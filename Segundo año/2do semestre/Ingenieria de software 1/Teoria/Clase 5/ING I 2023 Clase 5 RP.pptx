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703" r:id="rId1"/>
  </p:sldMasterIdLst>
  <p:notesMasterIdLst>
    <p:notesMasterId r:id="rId38"/>
  </p:notesMasterIdLst>
  <p:sldIdLst>
    <p:sldId id="256" r:id="rId2"/>
    <p:sldId id="257" r:id="rId3"/>
    <p:sldId id="261" r:id="rId4"/>
    <p:sldId id="260"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Lst>
  <p:sldSz cx="12192000" cy="6858000"/>
  <p:notesSz cx="6797675" cy="98742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hiJWPnmHeHki816OSikzTnCpMNk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E260FD-D456-47B6-95A7-D9350B9DB471}" v="1" dt="2023-10-02T16:48:26.0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customschemas.google.com/relationships/presentationmetadata" Target="metadata"/><Relationship Id="rId20"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ín Martínez" userId="35318963359c645b" providerId="Windows Live" clId="Web-{30E260FD-D456-47B6-95A7-D9350B9DB471}"/>
    <pc:docChg chg="sldOrd">
      <pc:chgData name="Martín Martínez" userId="35318963359c645b" providerId="Windows Live" clId="Web-{30E260FD-D456-47B6-95A7-D9350B9DB471}" dt="2023-10-02T16:48:26.014" v="0"/>
      <pc:docMkLst>
        <pc:docMk/>
      </pc:docMkLst>
      <pc:sldChg chg="ord">
        <pc:chgData name="Martín Martínez" userId="35318963359c645b" providerId="Windows Live" clId="Web-{30E260FD-D456-47B6-95A7-D9350B9DB471}" dt="2023-10-02T16:48:26.014" v="0"/>
        <pc:sldMkLst>
          <pc:docMk/>
          <pc:sldMk cId="0" sldId="260"/>
        </pc:sldMkLst>
      </pc:sldChg>
    </pc:docChg>
  </pc:docChgLst>
  <pc:docChgLst>
    <pc:chgData name="silvia Esponda" userId="c9d3f95fa1a785ef" providerId="LiveId" clId="{9FDF927F-331D-457B-B781-A9FD84E560ED}"/>
    <pc:docChg chg="custSel modSld">
      <pc:chgData name="silvia Esponda" userId="c9d3f95fa1a785ef" providerId="LiveId" clId="{9FDF927F-331D-457B-B781-A9FD84E560ED}" dt="2022-09-21T14:41:42.765" v="2" actId="1076"/>
      <pc:docMkLst>
        <pc:docMk/>
      </pc:docMkLst>
      <pc:sldChg chg="delSp modSp mod">
        <pc:chgData name="silvia Esponda" userId="c9d3f95fa1a785ef" providerId="LiveId" clId="{9FDF927F-331D-457B-B781-A9FD84E560ED}" dt="2022-09-21T14:41:42.765" v="2" actId="1076"/>
        <pc:sldMkLst>
          <pc:docMk/>
          <pc:sldMk cId="0" sldId="293"/>
        </pc:sldMkLst>
        <pc:spChg chg="mod">
          <ac:chgData name="silvia Esponda" userId="c9d3f95fa1a785ef" providerId="LiveId" clId="{9FDF927F-331D-457B-B781-A9FD84E560ED}" dt="2022-09-21T14:41:42.765" v="2" actId="1076"/>
          <ac:spMkLst>
            <pc:docMk/>
            <pc:sldMk cId="0" sldId="293"/>
            <ac:spMk id="1328" creationId="{00000000-0000-0000-0000-000000000000}"/>
          </ac:spMkLst>
        </pc:spChg>
        <pc:spChg chg="del mod">
          <ac:chgData name="silvia Esponda" userId="c9d3f95fa1a785ef" providerId="LiveId" clId="{9FDF927F-331D-457B-B781-A9FD84E560ED}" dt="2022-09-21T14:41:37.521" v="1" actId="478"/>
          <ac:spMkLst>
            <pc:docMk/>
            <pc:sldMk cId="0" sldId="293"/>
            <ac:spMk id="133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3713"/>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9097031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1: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21" name="Google Shape;521;p1: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a:t>
            </a:fld>
            <a:endParaRPr/>
          </a:p>
        </p:txBody>
      </p:sp>
      <p:sp>
        <p:nvSpPr>
          <p:cNvPr id="522" name="Google Shape;522;p1: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523" name="Google Shape;523;p1: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Ingeniera de Software I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2: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6" name="Google Shape;566;p6: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67" name="Google Shape;567;p6: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a:t>
            </a:r>
            <a:endParaRPr/>
          </a:p>
        </p:txBody>
      </p:sp>
      <p:sp>
        <p:nvSpPr>
          <p:cNvPr id="568" name="Google Shape;568;p6: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s-ES"/>
              <a:t>2012</a:t>
            </a:r>
            <a:endParaRPr/>
          </a:p>
        </p:txBody>
      </p:sp>
      <p:sp>
        <p:nvSpPr>
          <p:cNvPr id="569" name="Google Shape;569;p6: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s-ES"/>
              <a:t>Facultad de Informática UNLP</a:t>
            </a:r>
            <a:endParaRPr/>
          </a:p>
        </p:txBody>
      </p:sp>
      <p:sp>
        <p:nvSpPr>
          <p:cNvPr id="570" name="Google Shape;570;p6: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5:notes"/>
          <p:cNvSpPr>
            <a:spLocks noGrp="1" noRot="1" noChangeAspect="1"/>
          </p:cNvSpPr>
          <p:nvPr>
            <p:ph type="sldImg" idx="2"/>
          </p:nvPr>
        </p:nvSpPr>
        <p:spPr>
          <a:xfrm>
            <a:off x="107950" y="739775"/>
            <a:ext cx="6583363" cy="37036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7" name="Google Shape;557;p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58" name="Google Shape;558;p5: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a:t>
            </a:fld>
            <a:endParaRPr/>
          </a:p>
        </p:txBody>
      </p:sp>
      <p:sp>
        <p:nvSpPr>
          <p:cNvPr id="559" name="Google Shape;559;p5: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s-ES"/>
              <a:t>2012</a:t>
            </a:r>
            <a:endParaRPr/>
          </a:p>
        </p:txBody>
      </p:sp>
      <p:sp>
        <p:nvSpPr>
          <p:cNvPr id="560" name="Google Shape;560;p5: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s-ES"/>
              <a:t>Facultad de Informática UNLP</a:t>
            </a:r>
            <a:endParaRPr/>
          </a:p>
        </p:txBody>
      </p:sp>
      <p:sp>
        <p:nvSpPr>
          <p:cNvPr id="561" name="Google Shape;561;p5: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7: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8: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9: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9: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597" name="Google Shape;597;p9: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a:t>
            </a:r>
            <a:endParaRPr/>
          </a:p>
        </p:txBody>
      </p:sp>
      <p:sp>
        <p:nvSpPr>
          <p:cNvPr id="598" name="Google Shape;598;p9: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s-ES"/>
              <a:t>2012</a:t>
            </a:r>
            <a:endParaRPr/>
          </a:p>
        </p:txBody>
      </p:sp>
      <p:sp>
        <p:nvSpPr>
          <p:cNvPr id="599" name="Google Shape;599;p9: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s-ES"/>
              <a:t>Facultad de Informática UNLP</a:t>
            </a:r>
            <a:endParaRPr/>
          </a:p>
        </p:txBody>
      </p:sp>
      <p:sp>
        <p:nvSpPr>
          <p:cNvPr id="600" name="Google Shape;600;p9: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10: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8" name="Google Shape;608;p10: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609" name="Google Shape;609;p10: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a:t>
            </a:r>
            <a:endParaRPr/>
          </a:p>
        </p:txBody>
      </p:sp>
      <p:sp>
        <p:nvSpPr>
          <p:cNvPr id="610" name="Google Shape;610;p10: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s-ES"/>
              <a:t>2012</a:t>
            </a:r>
            <a:endParaRPr/>
          </a:p>
        </p:txBody>
      </p:sp>
      <p:sp>
        <p:nvSpPr>
          <p:cNvPr id="611" name="Google Shape;611;p10: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s-ES"/>
              <a:t>Facultad de Informática UNLP</a:t>
            </a:r>
            <a:endParaRPr/>
          </a:p>
        </p:txBody>
      </p:sp>
      <p:sp>
        <p:nvSpPr>
          <p:cNvPr id="612" name="Google Shape;612;p10: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11: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0" name="Google Shape;620;p1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12: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8" name="Google Shape;638;p1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13: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6" name="Google Shape;646;p1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14: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5" name="Google Shape;655;p1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15: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4" name="Google Shape;664;p15: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16: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2" name="Google Shape;672;p1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7: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0" name="Google Shape;680;p1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18: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1" name="Google Shape;691;p1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19: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9" name="Google Shape;699;p19: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20: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8" name="Google Shape;748;p20: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21: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7" name="Google Shape;757;p2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22: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8" name="Google Shape;788;p2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2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7" name="Google Shape;797;p23: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798" name="Google Shape;798;p23: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a:t>
            </a:r>
            <a:endParaRPr/>
          </a:p>
        </p:txBody>
      </p:sp>
      <p:sp>
        <p:nvSpPr>
          <p:cNvPr id="799" name="Google Shape;799;p23: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s-ES"/>
              <a:t>2012</a:t>
            </a:r>
            <a:endParaRPr/>
          </a:p>
        </p:txBody>
      </p:sp>
      <p:sp>
        <p:nvSpPr>
          <p:cNvPr id="800" name="Google Shape;800;p23: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s-ES"/>
              <a:t>Facultad de Informática UNLP</a:t>
            </a:r>
            <a:endParaRPr/>
          </a:p>
        </p:txBody>
      </p:sp>
      <p:sp>
        <p:nvSpPr>
          <p:cNvPr id="801" name="Google Shape;801;p23: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24: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9" name="Google Shape;829;p2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25: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8" name="Google Shape;838;p2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839" name="Google Shape;839;p25: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a:t>
            </a:r>
            <a:endParaRPr/>
          </a:p>
        </p:txBody>
      </p:sp>
      <p:sp>
        <p:nvSpPr>
          <p:cNvPr id="840" name="Google Shape;840;p25: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s-ES"/>
              <a:t>2012</a:t>
            </a:r>
            <a:endParaRPr/>
          </a:p>
        </p:txBody>
      </p:sp>
      <p:sp>
        <p:nvSpPr>
          <p:cNvPr id="841" name="Google Shape;841;p25: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s-ES"/>
              <a:t>Facultad de Informática UNLP</a:t>
            </a:r>
            <a:endParaRPr/>
          </a:p>
        </p:txBody>
      </p:sp>
      <p:sp>
        <p:nvSpPr>
          <p:cNvPr id="842" name="Google Shape;842;p25: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2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p26: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853" name="Google Shape;853;p26: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a:t>
            </a:r>
            <a:endParaRPr/>
          </a:p>
        </p:txBody>
      </p:sp>
      <p:sp>
        <p:nvSpPr>
          <p:cNvPr id="854" name="Google Shape;854;p26: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s-ES"/>
              <a:t>2012</a:t>
            </a:r>
            <a:endParaRPr/>
          </a:p>
        </p:txBody>
      </p:sp>
      <p:sp>
        <p:nvSpPr>
          <p:cNvPr id="855" name="Google Shape;855;p26: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s-ES"/>
              <a:t>Facultad de Informática UNLP</a:t>
            </a:r>
            <a:endParaRPr/>
          </a:p>
        </p:txBody>
      </p:sp>
      <p:sp>
        <p:nvSpPr>
          <p:cNvPr id="856" name="Google Shape;856;p26: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2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p27: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867" name="Google Shape;867;p27: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a:t>
            </a:r>
            <a:endParaRPr/>
          </a:p>
        </p:txBody>
      </p:sp>
      <p:sp>
        <p:nvSpPr>
          <p:cNvPr id="868" name="Google Shape;868;p27: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s-ES"/>
              <a:t>2012</a:t>
            </a:r>
            <a:endParaRPr/>
          </a:p>
        </p:txBody>
      </p:sp>
      <p:sp>
        <p:nvSpPr>
          <p:cNvPr id="869" name="Google Shape;869;p27: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s-ES"/>
              <a:t>Facultad de Informática UNLP</a:t>
            </a:r>
            <a:endParaRPr/>
          </a:p>
        </p:txBody>
      </p:sp>
      <p:sp>
        <p:nvSpPr>
          <p:cNvPr id="870" name="Google Shape;870;p27: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2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p28: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884" name="Google Shape;884;p28: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a:t>
            </a:r>
            <a:endParaRPr/>
          </a:p>
        </p:txBody>
      </p:sp>
      <p:sp>
        <p:nvSpPr>
          <p:cNvPr id="885" name="Google Shape;885;p28: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s-ES"/>
              <a:t>2012</a:t>
            </a:r>
            <a:endParaRPr/>
          </a:p>
        </p:txBody>
      </p:sp>
      <p:sp>
        <p:nvSpPr>
          <p:cNvPr id="886" name="Google Shape;886;p28: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s-ES"/>
              <a:t>Facultad de Informática UNLP</a:t>
            </a:r>
            <a:endParaRPr/>
          </a:p>
        </p:txBody>
      </p:sp>
      <p:sp>
        <p:nvSpPr>
          <p:cNvPr id="887" name="Google Shape;887;p28: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p29: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p29: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899" name="Google Shape;899;p29: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a:t>
            </a:r>
            <a:endParaRPr/>
          </a:p>
        </p:txBody>
      </p:sp>
      <p:sp>
        <p:nvSpPr>
          <p:cNvPr id="900" name="Google Shape;900;p29: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s-ES"/>
              <a:t>2012</a:t>
            </a:r>
            <a:endParaRPr/>
          </a:p>
        </p:txBody>
      </p:sp>
      <p:sp>
        <p:nvSpPr>
          <p:cNvPr id="901" name="Google Shape;901;p29: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s-ES"/>
              <a:t>Facultad de Informática UNLP</a:t>
            </a:r>
            <a:endParaRPr/>
          </a:p>
        </p:txBody>
      </p:sp>
      <p:sp>
        <p:nvSpPr>
          <p:cNvPr id="902" name="Google Shape;902;p29: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p30: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4" name="Google Shape;914;p30: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31: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2" name="Google Shape;922;p3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p32: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7" name="Google Shape;947;p3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33: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1" name="Google Shape;981;p3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34: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3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35: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5" name="Google Shape;1075;p35: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p36: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1" name="Google Shape;1141;p3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0"/>
        <p:cNvGrpSpPr/>
        <p:nvPr/>
      </p:nvGrpSpPr>
      <p:grpSpPr>
        <a:xfrm>
          <a:off x="0" y="0"/>
          <a:ext cx="0" cy="0"/>
          <a:chOff x="0" y="0"/>
          <a:chExt cx="0" cy="0"/>
        </a:xfrm>
      </p:grpSpPr>
      <p:sp>
        <p:nvSpPr>
          <p:cNvPr id="1221" name="Google Shape;1221;p37: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2" name="Google Shape;1222;p3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4"/>
        <p:cNvGrpSpPr/>
        <p:nvPr/>
      </p:nvGrpSpPr>
      <p:grpSpPr>
        <a:xfrm>
          <a:off x="0" y="0"/>
          <a:ext cx="0" cy="0"/>
          <a:chOff x="0" y="0"/>
          <a:chExt cx="0" cy="0"/>
        </a:xfrm>
      </p:grpSpPr>
      <p:sp>
        <p:nvSpPr>
          <p:cNvPr id="1325" name="Google Shape;1325;p38:notes"/>
          <p:cNvSpPr txBox="1">
            <a:spLocks noGrp="1"/>
          </p:cNvSpPr>
          <p:nvPr>
            <p:ph type="body" idx="1"/>
          </p:nvPr>
        </p:nvSpPr>
        <p:spPr>
          <a:xfrm>
            <a:off x="679450" y="4691063"/>
            <a:ext cx="5438775" cy="4443412"/>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6" name="Google Shape;1326;p3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Imagen con título">
  <p:cSld name="1_Imagen con título">
    <p:spTree>
      <p:nvGrpSpPr>
        <p:cNvPr id="1" name="Shape 18"/>
        <p:cNvGrpSpPr/>
        <p:nvPr/>
      </p:nvGrpSpPr>
      <p:grpSpPr>
        <a:xfrm>
          <a:off x="0" y="0"/>
          <a:ext cx="0" cy="0"/>
          <a:chOff x="0" y="0"/>
          <a:chExt cx="0" cy="0"/>
        </a:xfrm>
      </p:grpSpPr>
      <p:sp>
        <p:nvSpPr>
          <p:cNvPr id="19" name="Google Shape;19;g138a1e40217_0_9"/>
          <p:cNvSpPr txBox="1">
            <a:spLocks noGrp="1"/>
          </p:cNvSpPr>
          <p:nvPr>
            <p:ph type="title"/>
          </p:nvPr>
        </p:nvSpPr>
        <p:spPr>
          <a:xfrm>
            <a:off x="653977" y="4737548"/>
            <a:ext cx="10780800" cy="613200"/>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C00000"/>
              </a:buClr>
              <a:buSzPts val="3300"/>
              <a:buFont typeface="Calibri"/>
              <a:buNone/>
              <a:defRPr sz="3287"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20" name="Google Shape;20;g138a1e40217_0_9"/>
          <p:cNvSpPr txBox="1">
            <a:spLocks noGrp="1"/>
          </p:cNvSpPr>
          <p:nvPr>
            <p:ph type="body" idx="1"/>
          </p:nvPr>
        </p:nvSpPr>
        <p:spPr>
          <a:xfrm>
            <a:off x="653976" y="5487888"/>
            <a:ext cx="9229200"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195"/>
              </a:spcBef>
              <a:spcAft>
                <a:spcPts val="0"/>
              </a:spcAft>
              <a:buSzPts val="1800"/>
              <a:buNone/>
              <a:defRPr sz="1793">
                <a:solidFill>
                  <a:srgbClr val="C00000"/>
                </a:solidFill>
              </a:defRPr>
            </a:lvl1pPr>
            <a:lvl2pPr marL="914400" lvl="1" indent="-228600" algn="l">
              <a:lnSpc>
                <a:spcPct val="90000"/>
              </a:lnSpc>
              <a:spcBef>
                <a:spcPts val="199"/>
              </a:spcBef>
              <a:spcAft>
                <a:spcPts val="0"/>
              </a:spcAft>
              <a:buSzPts val="900"/>
              <a:buNone/>
              <a:defRPr sz="896"/>
            </a:lvl2pPr>
            <a:lvl3pPr marL="1371600" lvl="2" indent="-228600" algn="l">
              <a:lnSpc>
                <a:spcPct val="90000"/>
              </a:lnSpc>
              <a:spcBef>
                <a:spcPts val="398"/>
              </a:spcBef>
              <a:spcAft>
                <a:spcPts val="0"/>
              </a:spcAft>
              <a:buSzPts val="750"/>
              <a:buNone/>
              <a:defRPr sz="747"/>
            </a:lvl3pPr>
            <a:lvl4pPr marL="1828800" lvl="3" indent="-228600" algn="l">
              <a:lnSpc>
                <a:spcPct val="90000"/>
              </a:lnSpc>
              <a:spcBef>
                <a:spcPts val="398"/>
              </a:spcBef>
              <a:spcAft>
                <a:spcPts val="0"/>
              </a:spcAft>
              <a:buSzPts val="675"/>
              <a:buNone/>
              <a:defRPr sz="672"/>
            </a:lvl4pPr>
            <a:lvl5pPr marL="2286000" lvl="4" indent="-228600" algn="l">
              <a:lnSpc>
                <a:spcPct val="90000"/>
              </a:lnSpc>
              <a:spcBef>
                <a:spcPts val="398"/>
              </a:spcBef>
              <a:spcAft>
                <a:spcPts val="0"/>
              </a:spcAft>
              <a:buSzPts val="675"/>
              <a:buNone/>
              <a:defRPr sz="672"/>
            </a:lvl5pPr>
            <a:lvl6pPr marL="2743200" lvl="5" indent="-228600" algn="l">
              <a:lnSpc>
                <a:spcPct val="90000"/>
              </a:lnSpc>
              <a:spcBef>
                <a:spcPts val="398"/>
              </a:spcBef>
              <a:spcAft>
                <a:spcPts val="0"/>
              </a:spcAft>
              <a:buSzPts val="675"/>
              <a:buNone/>
              <a:defRPr sz="672"/>
            </a:lvl6pPr>
            <a:lvl7pPr marL="3200400" lvl="6" indent="-228600" algn="l">
              <a:lnSpc>
                <a:spcPct val="90000"/>
              </a:lnSpc>
              <a:spcBef>
                <a:spcPts val="398"/>
              </a:spcBef>
              <a:spcAft>
                <a:spcPts val="0"/>
              </a:spcAft>
              <a:buSzPts val="675"/>
              <a:buNone/>
              <a:defRPr sz="672"/>
            </a:lvl7pPr>
            <a:lvl8pPr marL="3657600" lvl="7" indent="-228600" algn="l">
              <a:lnSpc>
                <a:spcPct val="90000"/>
              </a:lnSpc>
              <a:spcBef>
                <a:spcPts val="398"/>
              </a:spcBef>
              <a:spcAft>
                <a:spcPts val="0"/>
              </a:spcAft>
              <a:buSzPts val="675"/>
              <a:buNone/>
              <a:defRPr sz="672"/>
            </a:lvl8pPr>
            <a:lvl9pPr marL="4114800" lvl="8" indent="-228600" algn="l">
              <a:lnSpc>
                <a:spcPct val="90000"/>
              </a:lnSpc>
              <a:spcBef>
                <a:spcPts val="398"/>
              </a:spcBef>
              <a:spcAft>
                <a:spcPts val="398"/>
              </a:spcAft>
              <a:buSzPts val="675"/>
              <a:buNone/>
              <a:defRPr sz="672"/>
            </a:lvl9pPr>
          </a:lstStyle>
          <a:p>
            <a:pPr lvl="0"/>
            <a:r>
              <a:rPr lang="es-ES"/>
              <a:t>Haga clic para modificar los estilos de texto del patrón</a:t>
            </a:r>
          </a:p>
        </p:txBody>
      </p:sp>
      <p:sp>
        <p:nvSpPr>
          <p:cNvPr id="21" name="Google Shape;21;g138a1e40217_0_9"/>
          <p:cNvSpPr txBox="1">
            <a:spLocks noGrp="1"/>
          </p:cNvSpPr>
          <p:nvPr>
            <p:ph type="dt" idx="10"/>
          </p:nvPr>
        </p:nvSpPr>
        <p:spPr>
          <a:xfrm>
            <a:off x="3211248" y="6481096"/>
            <a:ext cx="4114800" cy="228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22" name="Google Shape;22;g138a1e40217_0_9"/>
          <p:cNvSpPr txBox="1">
            <a:spLocks noGrp="1"/>
          </p:cNvSpPr>
          <p:nvPr>
            <p:ph type="ftr" idx="11"/>
          </p:nvPr>
        </p:nvSpPr>
        <p:spPr>
          <a:xfrm>
            <a:off x="685800" y="6481102"/>
            <a:ext cx="2241900" cy="302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23" name="Google Shape;23;g138a1e40217_0_9"/>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pic>
        <p:nvPicPr>
          <p:cNvPr id="24" name="Google Shape;24;g138a1e40217_0_9" descr="2"/>
          <p:cNvPicPr preferRelativeResize="0"/>
          <p:nvPr/>
        </p:nvPicPr>
        <p:blipFill rotWithShape="1">
          <a:blip r:embed="rId2">
            <a:alphaModFix/>
          </a:blip>
          <a:srcRect l="8462"/>
          <a:stretch/>
        </p:blipFill>
        <p:spPr>
          <a:xfrm>
            <a:off x="23664" y="0"/>
            <a:ext cx="12144672" cy="4277734"/>
          </a:xfrm>
          <a:prstGeom prst="rect">
            <a:avLst/>
          </a:prstGeom>
          <a:noFill/>
          <a:ln>
            <a:noFill/>
          </a:ln>
        </p:spPr>
      </p:pic>
    </p:spTree>
    <p:extLst>
      <p:ext uri="{BB962C8B-B14F-4D97-AF65-F5344CB8AC3E}">
        <p14:creationId xmlns:p14="http://schemas.microsoft.com/office/powerpoint/2010/main" val="2319940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5"/>
        <p:cNvGrpSpPr/>
        <p:nvPr/>
      </p:nvGrpSpPr>
      <p:grpSpPr>
        <a:xfrm>
          <a:off x="0" y="0"/>
          <a:ext cx="0" cy="0"/>
          <a:chOff x="0" y="0"/>
          <a:chExt cx="0" cy="0"/>
        </a:xfrm>
      </p:grpSpPr>
      <p:sp>
        <p:nvSpPr>
          <p:cNvPr id="26" name="Google Shape;26;g138a1e40217_0_16"/>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27" name="Google Shape;27;g138a1e40217_0_16"/>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28" name="Google Shape;28;g138a1e40217_0_16"/>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29" name="Google Shape;29;g138a1e40217_0_16"/>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30" name="Google Shape;30;g138a1e40217_0_16"/>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21735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Encabezado de sección">
    <p:spTree>
      <p:nvGrpSpPr>
        <p:cNvPr id="1" name="Shape 31"/>
        <p:cNvGrpSpPr/>
        <p:nvPr/>
      </p:nvGrpSpPr>
      <p:grpSpPr>
        <a:xfrm>
          <a:off x="0" y="0"/>
          <a:ext cx="0" cy="0"/>
          <a:chOff x="0" y="0"/>
          <a:chExt cx="0" cy="0"/>
        </a:xfrm>
      </p:grpSpPr>
      <p:sp>
        <p:nvSpPr>
          <p:cNvPr id="32" name="Google Shape;32;g138a1e40217_0_22"/>
          <p:cNvSpPr/>
          <p:nvPr/>
        </p:nvSpPr>
        <p:spPr>
          <a:xfrm>
            <a:off x="3176" y="6400800"/>
            <a:ext cx="12188700" cy="4572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33" name="Google Shape;33;g138a1e40217_0_22"/>
          <p:cNvSpPr/>
          <p:nvPr/>
        </p:nvSpPr>
        <p:spPr>
          <a:xfrm>
            <a:off x="16" y="6334316"/>
            <a:ext cx="12188700" cy="63900"/>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34" name="Google Shape;34;g138a1e40217_0_22"/>
          <p:cNvSpPr txBox="1">
            <a:spLocks noGrp="1"/>
          </p:cNvSpPr>
          <p:nvPr>
            <p:ph type="title"/>
          </p:nvPr>
        </p:nvSpPr>
        <p:spPr>
          <a:xfrm>
            <a:off x="1097280" y="758952"/>
            <a:ext cx="10058400" cy="35661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7968" b="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35" name="Google Shape;35;g138a1e40217_0_22"/>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195"/>
              </a:spcBef>
              <a:spcAft>
                <a:spcPts val="0"/>
              </a:spcAft>
              <a:buSzPts val="2400"/>
              <a:buNone/>
              <a:defRPr sz="2390" cap="none">
                <a:solidFill>
                  <a:schemeClr val="dk2"/>
                </a:solidFill>
                <a:latin typeface="Calibri"/>
                <a:ea typeface="Calibri"/>
                <a:cs typeface="Calibri"/>
                <a:sym typeface="Calibri"/>
              </a:defRPr>
            </a:lvl1pPr>
            <a:lvl2pPr marL="914400" lvl="1" indent="-228600" algn="l">
              <a:lnSpc>
                <a:spcPct val="90000"/>
              </a:lnSpc>
              <a:spcBef>
                <a:spcPts val="199"/>
              </a:spcBef>
              <a:spcAft>
                <a:spcPts val="0"/>
              </a:spcAft>
              <a:buSzPts val="1800"/>
              <a:buNone/>
              <a:defRPr sz="1793">
                <a:solidFill>
                  <a:srgbClr val="888888"/>
                </a:solidFill>
              </a:defRPr>
            </a:lvl2pPr>
            <a:lvl3pPr marL="1371600" lvl="2" indent="-228600" algn="l">
              <a:lnSpc>
                <a:spcPct val="90000"/>
              </a:lnSpc>
              <a:spcBef>
                <a:spcPts val="398"/>
              </a:spcBef>
              <a:spcAft>
                <a:spcPts val="0"/>
              </a:spcAft>
              <a:buSzPts val="1600"/>
              <a:buNone/>
              <a:defRPr sz="1594">
                <a:solidFill>
                  <a:srgbClr val="888888"/>
                </a:solidFill>
              </a:defRPr>
            </a:lvl3pPr>
            <a:lvl4pPr marL="1828800" lvl="3" indent="-228600" algn="l">
              <a:lnSpc>
                <a:spcPct val="90000"/>
              </a:lnSpc>
              <a:spcBef>
                <a:spcPts val="398"/>
              </a:spcBef>
              <a:spcAft>
                <a:spcPts val="0"/>
              </a:spcAft>
              <a:buSzPts val="1400"/>
              <a:buNone/>
              <a:defRPr sz="1394">
                <a:solidFill>
                  <a:srgbClr val="888888"/>
                </a:solidFill>
              </a:defRPr>
            </a:lvl4pPr>
            <a:lvl5pPr marL="2286000" lvl="4" indent="-228600" algn="l">
              <a:lnSpc>
                <a:spcPct val="90000"/>
              </a:lnSpc>
              <a:spcBef>
                <a:spcPts val="398"/>
              </a:spcBef>
              <a:spcAft>
                <a:spcPts val="0"/>
              </a:spcAft>
              <a:buSzPts val="1400"/>
              <a:buNone/>
              <a:defRPr sz="1394">
                <a:solidFill>
                  <a:srgbClr val="888888"/>
                </a:solidFill>
              </a:defRPr>
            </a:lvl5pPr>
            <a:lvl6pPr marL="2743200" lvl="5" indent="-228600" algn="l">
              <a:lnSpc>
                <a:spcPct val="90000"/>
              </a:lnSpc>
              <a:spcBef>
                <a:spcPts val="398"/>
              </a:spcBef>
              <a:spcAft>
                <a:spcPts val="0"/>
              </a:spcAft>
              <a:buSzPts val="1400"/>
              <a:buNone/>
              <a:defRPr sz="1394">
                <a:solidFill>
                  <a:srgbClr val="888888"/>
                </a:solidFill>
              </a:defRPr>
            </a:lvl6pPr>
            <a:lvl7pPr marL="3200400" lvl="6" indent="-228600" algn="l">
              <a:lnSpc>
                <a:spcPct val="90000"/>
              </a:lnSpc>
              <a:spcBef>
                <a:spcPts val="398"/>
              </a:spcBef>
              <a:spcAft>
                <a:spcPts val="0"/>
              </a:spcAft>
              <a:buSzPts val="1400"/>
              <a:buNone/>
              <a:defRPr sz="1394">
                <a:solidFill>
                  <a:srgbClr val="888888"/>
                </a:solidFill>
              </a:defRPr>
            </a:lvl7pPr>
            <a:lvl8pPr marL="3657600" lvl="7" indent="-228600" algn="l">
              <a:lnSpc>
                <a:spcPct val="90000"/>
              </a:lnSpc>
              <a:spcBef>
                <a:spcPts val="398"/>
              </a:spcBef>
              <a:spcAft>
                <a:spcPts val="0"/>
              </a:spcAft>
              <a:buSzPts val="1400"/>
              <a:buNone/>
              <a:defRPr sz="1394">
                <a:solidFill>
                  <a:srgbClr val="888888"/>
                </a:solidFill>
              </a:defRPr>
            </a:lvl8pPr>
            <a:lvl9pPr marL="4114800" lvl="8" indent="-228600" algn="l">
              <a:lnSpc>
                <a:spcPct val="90000"/>
              </a:lnSpc>
              <a:spcBef>
                <a:spcPts val="398"/>
              </a:spcBef>
              <a:spcAft>
                <a:spcPts val="398"/>
              </a:spcAft>
              <a:buSzPts val="1400"/>
              <a:buNone/>
              <a:defRPr sz="1394">
                <a:solidFill>
                  <a:srgbClr val="888888"/>
                </a:solidFill>
              </a:defRPr>
            </a:lvl9pPr>
          </a:lstStyle>
          <a:p>
            <a:pPr lvl="0"/>
            <a:r>
              <a:rPr lang="es-ES"/>
              <a:t>Haga clic para modificar los estilos de texto del patrón</a:t>
            </a:r>
          </a:p>
        </p:txBody>
      </p:sp>
      <p:sp>
        <p:nvSpPr>
          <p:cNvPr id="36" name="Google Shape;36;g138a1e40217_0_22"/>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37" name="Google Shape;37;g138a1e40217_0_22"/>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38" name="Google Shape;38;g138a1e40217_0_22"/>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cxnSp>
        <p:nvCxnSpPr>
          <p:cNvPr id="39" name="Google Shape;39;g138a1e40217_0_22"/>
          <p:cNvCxnSpPr/>
          <p:nvPr/>
        </p:nvCxnSpPr>
        <p:spPr>
          <a:xfrm>
            <a:off x="1207658" y="4343400"/>
            <a:ext cx="9875400" cy="0"/>
          </a:xfrm>
          <a:prstGeom prst="straightConnector1">
            <a:avLst/>
          </a:prstGeom>
          <a:noFill/>
          <a:ln w="9525" cap="flat" cmpd="sng">
            <a:solidFill>
              <a:srgbClr val="7F7F7F"/>
            </a:solidFill>
            <a:prstDash val="solid"/>
            <a:round/>
            <a:headEnd type="none" w="sm" len="sm"/>
            <a:tailEnd type="none" w="sm" len="sm"/>
          </a:ln>
        </p:spPr>
      </p:cxnSp>
    </p:spTree>
    <p:extLst>
      <p:ext uri="{BB962C8B-B14F-4D97-AF65-F5344CB8AC3E}">
        <p14:creationId xmlns:p14="http://schemas.microsoft.com/office/powerpoint/2010/main" val="2327219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Normal con fuente ">
  <p:cSld name="1_Normal con fuente ">
    <p:spTree>
      <p:nvGrpSpPr>
        <p:cNvPr id="1" name="Shape 45"/>
        <p:cNvGrpSpPr/>
        <p:nvPr/>
      </p:nvGrpSpPr>
      <p:grpSpPr>
        <a:xfrm>
          <a:off x="0" y="0"/>
          <a:ext cx="0" cy="0"/>
          <a:chOff x="0" y="0"/>
          <a:chExt cx="0" cy="0"/>
        </a:xfrm>
      </p:grpSpPr>
      <p:sp>
        <p:nvSpPr>
          <p:cNvPr id="46" name="Google Shape;46;g138a1e40217_0_36"/>
          <p:cNvSpPr txBox="1">
            <a:spLocks noGrp="1"/>
          </p:cNvSpPr>
          <p:nvPr>
            <p:ph type="title"/>
          </p:nvPr>
        </p:nvSpPr>
        <p:spPr>
          <a:xfrm>
            <a:off x="623394"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3000"/>
              <a:buFont typeface="Calibri"/>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47" name="Google Shape;47;g138a1e40217_0_36"/>
          <p:cNvSpPr txBox="1">
            <a:spLocks noGrp="1"/>
          </p:cNvSpPr>
          <p:nvPr>
            <p:ph type="sldNum" idx="12"/>
          </p:nvPr>
        </p:nvSpPr>
        <p:spPr>
          <a:xfrm>
            <a:off x="9249399" y="2852614"/>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48" name="Google Shape;48;g138a1e40217_0_36"/>
          <p:cNvSpPr txBox="1">
            <a:spLocks noGrp="1"/>
          </p:cNvSpPr>
          <p:nvPr>
            <p:ph type="body" idx="1"/>
          </p:nvPr>
        </p:nvSpPr>
        <p:spPr>
          <a:xfrm>
            <a:off x="5951986" y="6509538"/>
            <a:ext cx="2162400" cy="3054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0"/>
              </a:spcBef>
              <a:spcAft>
                <a:spcPts val="0"/>
              </a:spcAft>
              <a:buSzPts val="825"/>
              <a:buNone/>
              <a:defRPr sz="822" b="0" i="0">
                <a:solidFill>
                  <a:srgbClr val="C00000"/>
                </a:solidFill>
                <a:latin typeface="Calibri"/>
                <a:ea typeface="Calibri"/>
                <a:cs typeface="Calibri"/>
                <a:sym typeface="Calibri"/>
              </a:defRPr>
            </a:lvl1pPr>
            <a:lvl2pPr marL="914400" lvl="1" indent="-228600" algn="l">
              <a:lnSpc>
                <a:spcPct val="90000"/>
              </a:lnSpc>
              <a:spcBef>
                <a:spcPts val="199"/>
              </a:spcBef>
              <a:spcAft>
                <a:spcPts val="0"/>
              </a:spcAft>
              <a:buSzPts val="1050"/>
              <a:buNone/>
              <a:defRPr sz="1046"/>
            </a:lvl2pPr>
            <a:lvl3pPr marL="1371600" lvl="2" indent="-228600" algn="l">
              <a:lnSpc>
                <a:spcPct val="90000"/>
              </a:lnSpc>
              <a:spcBef>
                <a:spcPts val="398"/>
              </a:spcBef>
              <a:spcAft>
                <a:spcPts val="0"/>
              </a:spcAft>
              <a:buSzPts val="1050"/>
              <a:buNone/>
              <a:defRPr sz="1046"/>
            </a:lvl3pPr>
            <a:lvl4pPr marL="1828800" lvl="3" indent="-228600" algn="l">
              <a:lnSpc>
                <a:spcPct val="90000"/>
              </a:lnSpc>
              <a:spcBef>
                <a:spcPts val="398"/>
              </a:spcBef>
              <a:spcAft>
                <a:spcPts val="0"/>
              </a:spcAft>
              <a:buSzPts val="1050"/>
              <a:buNone/>
              <a:defRPr sz="1046"/>
            </a:lvl4pPr>
            <a:lvl5pPr marL="2286000" lvl="4" indent="-228600" algn="l">
              <a:lnSpc>
                <a:spcPct val="90000"/>
              </a:lnSpc>
              <a:spcBef>
                <a:spcPts val="398"/>
              </a:spcBef>
              <a:spcAft>
                <a:spcPts val="0"/>
              </a:spcAft>
              <a:buSzPts val="1050"/>
              <a:buNone/>
              <a:defRPr sz="1046"/>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49" name="Google Shape;49;g138a1e40217_0_36"/>
          <p:cNvSpPr txBox="1">
            <a:spLocks noGrp="1"/>
          </p:cNvSpPr>
          <p:nvPr>
            <p:ph type="body" idx="2"/>
          </p:nvPr>
        </p:nvSpPr>
        <p:spPr>
          <a:xfrm>
            <a:off x="623392" y="1902579"/>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50" name="Google Shape;50;g138a1e40217_0_36"/>
          <p:cNvSpPr txBox="1">
            <a:spLocks noGrp="1"/>
          </p:cNvSpPr>
          <p:nvPr>
            <p:ph type="dt" idx="10"/>
          </p:nvPr>
        </p:nvSpPr>
        <p:spPr>
          <a:xfrm>
            <a:off x="2567609" y="6543223"/>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C00000"/>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51" name="Google Shape;51;g138a1e40217_0_36"/>
          <p:cNvSpPr txBox="1">
            <a:spLocks noGrp="1"/>
          </p:cNvSpPr>
          <p:nvPr>
            <p:ph type="ftr" idx="11"/>
          </p:nvPr>
        </p:nvSpPr>
        <p:spPr>
          <a:xfrm>
            <a:off x="168981"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C00000"/>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52" name="Google Shape;52;g138a1e40217_0_36"/>
          <p:cNvSpPr txBox="1"/>
          <p:nvPr/>
        </p:nvSpPr>
        <p:spPr>
          <a:xfrm>
            <a:off x="5176315" y="6484429"/>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C00000"/>
                </a:solidFill>
                <a:latin typeface="Calibri"/>
                <a:ea typeface="Calibri"/>
                <a:cs typeface="Calibri"/>
                <a:sym typeface="Calibri"/>
              </a:rPr>
              <a:t>Fuente:</a:t>
            </a:r>
            <a:endParaRPr sz="822" b="0" i="0" u="none" strike="noStrike" cap="none">
              <a:solidFill>
                <a:srgbClr val="C00000"/>
              </a:solidFill>
              <a:latin typeface="Calibri"/>
              <a:ea typeface="Calibri"/>
              <a:cs typeface="Calibri"/>
              <a:sym typeface="Calibri"/>
            </a:endParaRPr>
          </a:p>
        </p:txBody>
      </p:sp>
      <p:cxnSp>
        <p:nvCxnSpPr>
          <p:cNvPr id="53" name="Google Shape;53;g138a1e40217_0_36"/>
          <p:cNvCxnSpPr/>
          <p:nvPr/>
        </p:nvCxnSpPr>
        <p:spPr>
          <a:xfrm>
            <a:off x="623393" y="1772816"/>
            <a:ext cx="10772700" cy="0"/>
          </a:xfrm>
          <a:prstGeom prst="straightConnector1">
            <a:avLst/>
          </a:prstGeom>
          <a:noFill/>
          <a:ln w="12700" cap="flat" cmpd="sng">
            <a:solidFill>
              <a:schemeClr val="accent1"/>
            </a:solidFill>
            <a:prstDash val="solid"/>
            <a:round/>
            <a:headEnd type="none" w="sm" len="sm"/>
            <a:tailEnd type="none" w="sm" len="sm"/>
          </a:ln>
        </p:spPr>
      </p:cxnSp>
    </p:spTree>
    <p:extLst>
      <p:ext uri="{BB962C8B-B14F-4D97-AF65-F5344CB8AC3E}">
        <p14:creationId xmlns:p14="http://schemas.microsoft.com/office/powerpoint/2010/main" val="3619083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Diapositiva de título">
    <p:spTree>
      <p:nvGrpSpPr>
        <p:cNvPr id="1" name="Shape 54"/>
        <p:cNvGrpSpPr/>
        <p:nvPr/>
      </p:nvGrpSpPr>
      <p:grpSpPr>
        <a:xfrm>
          <a:off x="0" y="0"/>
          <a:ext cx="0" cy="0"/>
          <a:chOff x="0" y="0"/>
          <a:chExt cx="0" cy="0"/>
        </a:xfrm>
      </p:grpSpPr>
      <p:sp>
        <p:nvSpPr>
          <p:cNvPr id="55" name="Google Shape;55;g138a1e40217_0_45"/>
          <p:cNvSpPr/>
          <p:nvPr/>
        </p:nvSpPr>
        <p:spPr>
          <a:xfrm>
            <a:off x="3176" y="6400800"/>
            <a:ext cx="12188700" cy="4572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56" name="Google Shape;56;g138a1e40217_0_45"/>
          <p:cNvSpPr/>
          <p:nvPr/>
        </p:nvSpPr>
        <p:spPr>
          <a:xfrm>
            <a:off x="16" y="6334316"/>
            <a:ext cx="12188700" cy="63900"/>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57" name="Google Shape;57;g138a1e40217_0_45"/>
          <p:cNvSpPr txBox="1">
            <a:spLocks noGrp="1"/>
          </p:cNvSpPr>
          <p:nvPr>
            <p:ph type="ctrTitle"/>
          </p:nvPr>
        </p:nvSpPr>
        <p:spPr>
          <a:xfrm>
            <a:off x="1097280" y="758952"/>
            <a:ext cx="10058400" cy="35661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7968">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58" name="Google Shape;58;g138a1e40217_0_45"/>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195"/>
              </a:spcBef>
              <a:spcAft>
                <a:spcPts val="0"/>
              </a:spcAft>
              <a:buSzPts val="2400"/>
              <a:buNone/>
              <a:defRPr sz="2390" cap="none">
                <a:solidFill>
                  <a:schemeClr val="dk2"/>
                </a:solidFill>
                <a:latin typeface="Calibri"/>
                <a:ea typeface="Calibri"/>
                <a:cs typeface="Calibri"/>
                <a:sym typeface="Calibri"/>
              </a:defRPr>
            </a:lvl1pPr>
            <a:lvl2pPr lvl="1" algn="ctr">
              <a:lnSpc>
                <a:spcPct val="90000"/>
              </a:lnSpc>
              <a:spcBef>
                <a:spcPts val="199"/>
              </a:spcBef>
              <a:spcAft>
                <a:spcPts val="0"/>
              </a:spcAft>
              <a:buSzPts val="2400"/>
              <a:buNone/>
              <a:defRPr sz="2390"/>
            </a:lvl2pPr>
            <a:lvl3pPr lvl="2" algn="ctr">
              <a:lnSpc>
                <a:spcPct val="90000"/>
              </a:lnSpc>
              <a:spcBef>
                <a:spcPts val="398"/>
              </a:spcBef>
              <a:spcAft>
                <a:spcPts val="0"/>
              </a:spcAft>
              <a:buSzPts val="2400"/>
              <a:buNone/>
              <a:defRPr sz="2390"/>
            </a:lvl3pPr>
            <a:lvl4pPr lvl="3" algn="ctr">
              <a:lnSpc>
                <a:spcPct val="90000"/>
              </a:lnSpc>
              <a:spcBef>
                <a:spcPts val="398"/>
              </a:spcBef>
              <a:spcAft>
                <a:spcPts val="0"/>
              </a:spcAft>
              <a:buSzPts val="2000"/>
              <a:buNone/>
              <a:defRPr sz="1992"/>
            </a:lvl4pPr>
            <a:lvl5pPr lvl="4" algn="ctr">
              <a:lnSpc>
                <a:spcPct val="90000"/>
              </a:lnSpc>
              <a:spcBef>
                <a:spcPts val="398"/>
              </a:spcBef>
              <a:spcAft>
                <a:spcPts val="0"/>
              </a:spcAft>
              <a:buSzPts val="2000"/>
              <a:buNone/>
              <a:defRPr sz="1992"/>
            </a:lvl5pPr>
            <a:lvl6pPr lvl="5" algn="ctr">
              <a:lnSpc>
                <a:spcPct val="90000"/>
              </a:lnSpc>
              <a:spcBef>
                <a:spcPts val="398"/>
              </a:spcBef>
              <a:spcAft>
                <a:spcPts val="0"/>
              </a:spcAft>
              <a:buSzPts val="2000"/>
              <a:buNone/>
              <a:defRPr sz="1992"/>
            </a:lvl6pPr>
            <a:lvl7pPr lvl="6" algn="ctr">
              <a:lnSpc>
                <a:spcPct val="90000"/>
              </a:lnSpc>
              <a:spcBef>
                <a:spcPts val="398"/>
              </a:spcBef>
              <a:spcAft>
                <a:spcPts val="0"/>
              </a:spcAft>
              <a:buSzPts val="2000"/>
              <a:buNone/>
              <a:defRPr sz="1992"/>
            </a:lvl7pPr>
            <a:lvl8pPr lvl="7" algn="ctr">
              <a:lnSpc>
                <a:spcPct val="90000"/>
              </a:lnSpc>
              <a:spcBef>
                <a:spcPts val="398"/>
              </a:spcBef>
              <a:spcAft>
                <a:spcPts val="0"/>
              </a:spcAft>
              <a:buSzPts val="2000"/>
              <a:buNone/>
              <a:defRPr sz="1992"/>
            </a:lvl8pPr>
            <a:lvl9pPr lvl="8" algn="ctr">
              <a:lnSpc>
                <a:spcPct val="90000"/>
              </a:lnSpc>
              <a:spcBef>
                <a:spcPts val="398"/>
              </a:spcBef>
              <a:spcAft>
                <a:spcPts val="398"/>
              </a:spcAft>
              <a:buSzPts val="2000"/>
              <a:buNone/>
              <a:defRPr sz="1992"/>
            </a:lvl9pPr>
          </a:lstStyle>
          <a:p>
            <a:r>
              <a:rPr lang="es-ES"/>
              <a:t>Haga clic para modificar el estilo de subtítulo del patrón</a:t>
            </a:r>
            <a:endParaRPr/>
          </a:p>
        </p:txBody>
      </p:sp>
      <p:sp>
        <p:nvSpPr>
          <p:cNvPr id="59" name="Google Shape;59;g138a1e40217_0_45"/>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60" name="Google Shape;60;g138a1e40217_0_45"/>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61" name="Google Shape;61;g138a1e40217_0_45"/>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cxnSp>
        <p:nvCxnSpPr>
          <p:cNvPr id="62" name="Google Shape;62;g138a1e40217_0_45"/>
          <p:cNvCxnSpPr/>
          <p:nvPr/>
        </p:nvCxnSpPr>
        <p:spPr>
          <a:xfrm>
            <a:off x="1207658" y="4343400"/>
            <a:ext cx="9875400" cy="0"/>
          </a:xfrm>
          <a:prstGeom prst="straightConnector1">
            <a:avLst/>
          </a:prstGeom>
          <a:noFill/>
          <a:ln w="9525" cap="flat" cmpd="sng">
            <a:solidFill>
              <a:srgbClr val="7F7F7F"/>
            </a:solidFill>
            <a:prstDash val="solid"/>
            <a:round/>
            <a:headEnd type="none" w="sm" len="sm"/>
            <a:tailEnd type="none" w="sm" len="sm"/>
          </a:ln>
        </p:spPr>
      </p:cxnSp>
    </p:spTree>
    <p:extLst>
      <p:ext uri="{BB962C8B-B14F-4D97-AF65-F5344CB8AC3E}">
        <p14:creationId xmlns:p14="http://schemas.microsoft.com/office/powerpoint/2010/main" val="3098101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63"/>
        <p:cNvGrpSpPr/>
        <p:nvPr/>
      </p:nvGrpSpPr>
      <p:grpSpPr>
        <a:xfrm>
          <a:off x="0" y="0"/>
          <a:ext cx="0" cy="0"/>
          <a:chOff x="0" y="0"/>
          <a:chExt cx="0" cy="0"/>
        </a:xfrm>
      </p:grpSpPr>
      <p:sp>
        <p:nvSpPr>
          <p:cNvPr id="64" name="Google Shape;64;g138a1e40217_0_54"/>
          <p:cNvSpPr txBox="1">
            <a:spLocks noGrp="1"/>
          </p:cNvSpPr>
          <p:nvPr>
            <p:ph type="title"/>
          </p:nvPr>
        </p:nvSpPr>
        <p:spPr>
          <a:xfrm>
            <a:off x="645393" y="11663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3000"/>
              <a:buFont typeface="Calibri"/>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65" name="Google Shape;65;g138a1e40217_0_54"/>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66" name="Google Shape;66;g138a1e40217_0_54"/>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Calibri"/>
                <a:ea typeface="Calibri"/>
                <a:cs typeface="Calibri"/>
                <a:sym typeface="Calibri"/>
              </a:rPr>
              <a:t>Fuente:</a:t>
            </a:r>
            <a:endParaRPr sz="822" b="0" i="0" u="none" strike="noStrike" cap="none">
              <a:solidFill>
                <a:srgbClr val="E4E9EF"/>
              </a:solidFill>
              <a:latin typeface="Calibri"/>
              <a:ea typeface="Calibri"/>
              <a:cs typeface="Calibri"/>
              <a:sym typeface="Calibri"/>
            </a:endParaRPr>
          </a:p>
        </p:txBody>
      </p:sp>
      <p:sp>
        <p:nvSpPr>
          <p:cNvPr id="67" name="Google Shape;67;g138a1e40217_0_54"/>
          <p:cNvSpPr txBox="1">
            <a:spLocks noGrp="1"/>
          </p:cNvSpPr>
          <p:nvPr>
            <p:ph type="body" idx="1"/>
          </p:nvPr>
        </p:nvSpPr>
        <p:spPr>
          <a:xfrm>
            <a:off x="788830" y="2924945"/>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68" name="Google Shape;68;g138a1e40217_0_54"/>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BFBFB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69" name="Google Shape;69;g138a1e40217_0_54"/>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BFBFBF"/>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70" name="Google Shape;70;g138a1e40217_0_54"/>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Calibri"/>
                <a:ea typeface="Calibri"/>
                <a:cs typeface="Calibri"/>
                <a:sym typeface="Calibri"/>
              </a:rPr>
              <a:t>Fuente:</a:t>
            </a:r>
            <a:endParaRPr sz="822" b="0" i="0" u="none" strike="noStrike" cap="none">
              <a:solidFill>
                <a:srgbClr val="E4E9EF"/>
              </a:solidFill>
              <a:latin typeface="Calibri"/>
              <a:ea typeface="Calibri"/>
              <a:cs typeface="Calibri"/>
              <a:sym typeface="Calibri"/>
            </a:endParaRPr>
          </a:p>
        </p:txBody>
      </p:sp>
    </p:spTree>
    <p:extLst>
      <p:ext uri="{BB962C8B-B14F-4D97-AF65-F5344CB8AC3E}">
        <p14:creationId xmlns:p14="http://schemas.microsoft.com/office/powerpoint/2010/main" val="3269437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Normal con fuente ">
  <p:cSld name="2_Normal con fuente ">
    <p:bg>
      <p:bgPr>
        <a:solidFill>
          <a:schemeClr val="lt1"/>
        </a:solidFill>
        <a:effectLst/>
      </p:bgPr>
    </p:bg>
    <p:spTree>
      <p:nvGrpSpPr>
        <p:cNvPr id="1" name="Shape 71"/>
        <p:cNvGrpSpPr/>
        <p:nvPr/>
      </p:nvGrpSpPr>
      <p:grpSpPr>
        <a:xfrm>
          <a:off x="0" y="0"/>
          <a:ext cx="0" cy="0"/>
          <a:chOff x="0" y="0"/>
          <a:chExt cx="0" cy="0"/>
        </a:xfrm>
      </p:grpSpPr>
      <p:sp>
        <p:nvSpPr>
          <p:cNvPr id="72" name="Google Shape;72;g138a1e40217_0_62"/>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SzPts val="36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73" name="Google Shape;73;g138a1e40217_0_62"/>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74" name="Google Shape;74;g138a1e40217_0_62"/>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75" name="Google Shape;75;g138a1e40217_0_62"/>
          <p:cNvSpPr txBox="1">
            <a:spLocks noGrp="1"/>
          </p:cNvSpPr>
          <p:nvPr>
            <p:ph type="body" idx="1"/>
          </p:nvPr>
        </p:nvSpPr>
        <p:spPr>
          <a:xfrm>
            <a:off x="623392" y="1902581"/>
            <a:ext cx="9793200" cy="4478700"/>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971"/>
              </a:spcBef>
              <a:spcAft>
                <a:spcPts val="0"/>
              </a:spcAft>
              <a:buClr>
                <a:srgbClr val="C00000"/>
              </a:buClr>
              <a:buSzPts val="1800"/>
              <a:buFont typeface="Arial"/>
              <a:buChar char="»"/>
              <a:defRPr/>
            </a:lvl1pPr>
            <a:lvl2pPr marL="914400" lvl="1" indent="-342900" algn="l">
              <a:lnSpc>
                <a:spcPct val="85000"/>
              </a:lnSpc>
              <a:spcBef>
                <a:spcPts val="448"/>
              </a:spcBef>
              <a:spcAft>
                <a:spcPts val="0"/>
              </a:spcAft>
              <a:buSzPts val="1800"/>
              <a:buChar char=" "/>
              <a:defRPr/>
            </a:lvl2pPr>
            <a:lvl3pPr marL="1371600" lvl="2" indent="-323850" algn="l">
              <a:lnSpc>
                <a:spcPct val="85000"/>
              </a:lnSpc>
              <a:spcBef>
                <a:spcPts val="448"/>
              </a:spcBef>
              <a:spcAft>
                <a:spcPts val="0"/>
              </a:spcAft>
              <a:buSzPts val="1500"/>
              <a:buChar char=" "/>
              <a:defRPr/>
            </a:lvl3pPr>
            <a:lvl4pPr marL="1828800" lvl="3" indent="-314325" algn="l">
              <a:lnSpc>
                <a:spcPct val="85000"/>
              </a:lnSpc>
              <a:spcBef>
                <a:spcPts val="448"/>
              </a:spcBef>
              <a:spcAft>
                <a:spcPts val="0"/>
              </a:spcAft>
              <a:buSzPts val="1350"/>
              <a:buChar char=" "/>
              <a:defRPr/>
            </a:lvl4pPr>
            <a:lvl5pPr marL="2286000" lvl="4" indent="-314325" algn="l">
              <a:lnSpc>
                <a:spcPct val="85000"/>
              </a:lnSpc>
              <a:spcBef>
                <a:spcPts val="448"/>
              </a:spcBef>
              <a:spcAft>
                <a:spcPts val="0"/>
              </a:spcAft>
              <a:buSzPts val="1350"/>
              <a:buChar char=" "/>
              <a:defRPr/>
            </a:lvl5pPr>
            <a:lvl6pPr marL="2743200" lvl="5" indent="-314325" algn="l">
              <a:lnSpc>
                <a:spcPct val="85000"/>
              </a:lnSpc>
              <a:spcBef>
                <a:spcPts val="448"/>
              </a:spcBef>
              <a:spcAft>
                <a:spcPts val="0"/>
              </a:spcAft>
              <a:buSzPts val="1350"/>
              <a:buChar char=" "/>
              <a:defRPr/>
            </a:lvl6pPr>
            <a:lvl7pPr marL="3200400" lvl="6" indent="-314325" algn="l">
              <a:lnSpc>
                <a:spcPct val="85000"/>
              </a:lnSpc>
              <a:spcBef>
                <a:spcPts val="448"/>
              </a:spcBef>
              <a:spcAft>
                <a:spcPts val="0"/>
              </a:spcAft>
              <a:buSzPts val="1350"/>
              <a:buChar char=" "/>
              <a:defRPr/>
            </a:lvl7pPr>
            <a:lvl8pPr marL="3657600" lvl="7" indent="-314325" algn="l">
              <a:lnSpc>
                <a:spcPct val="85000"/>
              </a:lnSpc>
              <a:spcBef>
                <a:spcPts val="448"/>
              </a:spcBef>
              <a:spcAft>
                <a:spcPts val="0"/>
              </a:spcAft>
              <a:buSzPts val="1350"/>
              <a:buChar char=" "/>
              <a:defRPr/>
            </a:lvl8pPr>
            <a:lvl9pPr marL="4114800" lvl="8" indent="-314325" algn="l">
              <a:lnSpc>
                <a:spcPct val="85000"/>
              </a:lnSpc>
              <a:spcBef>
                <a:spcPts val="448"/>
              </a:spcBef>
              <a:spcAft>
                <a:spcPts val="0"/>
              </a:spcAft>
              <a:buSzPts val="1350"/>
              <a:buChar char=" "/>
              <a:defRPr/>
            </a:lvl9pPr>
          </a:lstStyle>
          <a:p>
            <a:pPr lvl="0"/>
            <a:r>
              <a:rPr lang="es-ES"/>
              <a:t>Haga clic para modificar los estilos de texto del patrón</a:t>
            </a:r>
          </a:p>
        </p:txBody>
      </p:sp>
      <p:cxnSp>
        <p:nvCxnSpPr>
          <p:cNvPr id="76" name="Google Shape;76;g138a1e40217_0_62"/>
          <p:cNvCxnSpPr/>
          <p:nvPr/>
        </p:nvCxnSpPr>
        <p:spPr>
          <a:xfrm>
            <a:off x="623396" y="1772816"/>
            <a:ext cx="10772700" cy="0"/>
          </a:xfrm>
          <a:prstGeom prst="straightConnector1">
            <a:avLst/>
          </a:prstGeom>
          <a:noFill/>
          <a:ln w="9525" cap="flat" cmpd="sng">
            <a:solidFill>
              <a:srgbClr val="BF0000"/>
            </a:solidFill>
            <a:prstDash val="solid"/>
            <a:round/>
            <a:headEnd type="none" w="sm" len="sm"/>
            <a:tailEnd type="none" w="sm" len="sm"/>
          </a:ln>
        </p:spPr>
      </p:cxnSp>
      <p:sp>
        <p:nvSpPr>
          <p:cNvPr id="77" name="Google Shape;77;g138a1e40217_0_62"/>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78" name="Google Shape;78;g138a1e40217_0_62"/>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79" name="Google Shape;79;g138a1e40217_0_62"/>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80" name="Google Shape;80;g138a1e40217_0_62"/>
          <p:cNvCxnSpPr/>
          <p:nvPr/>
        </p:nvCxnSpPr>
        <p:spPr>
          <a:xfrm>
            <a:off x="623396" y="1772816"/>
            <a:ext cx="10772700" cy="0"/>
          </a:xfrm>
          <a:prstGeom prst="straightConnector1">
            <a:avLst/>
          </a:prstGeom>
          <a:noFill/>
          <a:ln w="9525" cap="flat" cmpd="sng">
            <a:solidFill>
              <a:srgbClr val="BF0000"/>
            </a:solidFill>
            <a:prstDash val="solid"/>
            <a:round/>
            <a:headEnd type="none" w="sm" len="sm"/>
            <a:tailEnd type="none" w="sm" len="sm"/>
          </a:ln>
        </p:spPr>
      </p:cxnSp>
    </p:spTree>
    <p:extLst>
      <p:ext uri="{BB962C8B-B14F-4D97-AF65-F5344CB8AC3E}">
        <p14:creationId xmlns:p14="http://schemas.microsoft.com/office/powerpoint/2010/main" val="2613919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Normal con fuente ">
  <p:cSld name="2_Normal con fuente ">
    <p:bg>
      <p:bgPr>
        <a:solidFill>
          <a:schemeClr val="lt1"/>
        </a:solidFill>
        <a:effectLst/>
      </p:bgPr>
    </p:bg>
    <p:spTree>
      <p:nvGrpSpPr>
        <p:cNvPr id="1" name="Shape 81"/>
        <p:cNvGrpSpPr/>
        <p:nvPr/>
      </p:nvGrpSpPr>
      <p:grpSpPr>
        <a:xfrm>
          <a:off x="0" y="0"/>
          <a:ext cx="0" cy="0"/>
          <a:chOff x="0" y="0"/>
          <a:chExt cx="0" cy="0"/>
        </a:xfrm>
      </p:grpSpPr>
      <p:sp>
        <p:nvSpPr>
          <p:cNvPr id="82" name="Google Shape;82;g138a1e40217_0_72"/>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SzPts val="36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83" name="Google Shape;83;g138a1e40217_0_72"/>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0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84" name="Google Shape;84;g138a1e40217_0_72"/>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85" name="Google Shape;85;g138a1e40217_0_72"/>
          <p:cNvSpPr txBox="1">
            <a:spLocks noGrp="1"/>
          </p:cNvSpPr>
          <p:nvPr>
            <p:ph type="body" idx="1"/>
          </p:nvPr>
        </p:nvSpPr>
        <p:spPr>
          <a:xfrm>
            <a:off x="623392" y="1902581"/>
            <a:ext cx="9793200" cy="4478700"/>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971"/>
              </a:spcBef>
              <a:spcAft>
                <a:spcPts val="0"/>
              </a:spcAft>
              <a:buClr>
                <a:srgbClr val="C00000"/>
              </a:buClr>
              <a:buSzPts val="1800"/>
              <a:buFont typeface="Arial"/>
              <a:buChar char="»"/>
              <a:defRPr/>
            </a:lvl1pPr>
            <a:lvl2pPr marL="914400" lvl="1" indent="-342900" algn="l">
              <a:lnSpc>
                <a:spcPct val="85000"/>
              </a:lnSpc>
              <a:spcBef>
                <a:spcPts val="448"/>
              </a:spcBef>
              <a:spcAft>
                <a:spcPts val="0"/>
              </a:spcAft>
              <a:buSzPts val="1800"/>
              <a:buChar char=" "/>
              <a:defRPr/>
            </a:lvl2pPr>
            <a:lvl3pPr marL="1371600" lvl="2" indent="-323850" algn="l">
              <a:lnSpc>
                <a:spcPct val="85000"/>
              </a:lnSpc>
              <a:spcBef>
                <a:spcPts val="448"/>
              </a:spcBef>
              <a:spcAft>
                <a:spcPts val="0"/>
              </a:spcAft>
              <a:buSzPts val="1500"/>
              <a:buChar char=" "/>
              <a:defRPr/>
            </a:lvl3pPr>
            <a:lvl4pPr marL="1828800" lvl="3" indent="-314325" algn="l">
              <a:lnSpc>
                <a:spcPct val="85000"/>
              </a:lnSpc>
              <a:spcBef>
                <a:spcPts val="448"/>
              </a:spcBef>
              <a:spcAft>
                <a:spcPts val="0"/>
              </a:spcAft>
              <a:buSzPts val="1350"/>
              <a:buChar char=" "/>
              <a:defRPr/>
            </a:lvl4pPr>
            <a:lvl5pPr marL="2286000" lvl="4" indent="-314325" algn="l">
              <a:lnSpc>
                <a:spcPct val="85000"/>
              </a:lnSpc>
              <a:spcBef>
                <a:spcPts val="448"/>
              </a:spcBef>
              <a:spcAft>
                <a:spcPts val="0"/>
              </a:spcAft>
              <a:buSzPts val="1350"/>
              <a:buChar char=" "/>
              <a:defRPr/>
            </a:lvl5pPr>
            <a:lvl6pPr marL="2743200" lvl="5" indent="-314325" algn="l">
              <a:lnSpc>
                <a:spcPct val="85000"/>
              </a:lnSpc>
              <a:spcBef>
                <a:spcPts val="448"/>
              </a:spcBef>
              <a:spcAft>
                <a:spcPts val="0"/>
              </a:spcAft>
              <a:buSzPts val="1350"/>
              <a:buChar char=" "/>
              <a:defRPr/>
            </a:lvl6pPr>
            <a:lvl7pPr marL="3200400" lvl="6" indent="-314325" algn="l">
              <a:lnSpc>
                <a:spcPct val="85000"/>
              </a:lnSpc>
              <a:spcBef>
                <a:spcPts val="448"/>
              </a:spcBef>
              <a:spcAft>
                <a:spcPts val="0"/>
              </a:spcAft>
              <a:buSzPts val="1350"/>
              <a:buChar char=" "/>
              <a:defRPr/>
            </a:lvl7pPr>
            <a:lvl8pPr marL="3657600" lvl="7" indent="-314325" algn="l">
              <a:lnSpc>
                <a:spcPct val="85000"/>
              </a:lnSpc>
              <a:spcBef>
                <a:spcPts val="448"/>
              </a:spcBef>
              <a:spcAft>
                <a:spcPts val="0"/>
              </a:spcAft>
              <a:buSzPts val="1350"/>
              <a:buChar char=" "/>
              <a:defRPr/>
            </a:lvl8pPr>
            <a:lvl9pPr marL="4114800" lvl="8" indent="-314325" algn="l">
              <a:lnSpc>
                <a:spcPct val="85000"/>
              </a:lnSpc>
              <a:spcBef>
                <a:spcPts val="448"/>
              </a:spcBef>
              <a:spcAft>
                <a:spcPts val="0"/>
              </a:spcAft>
              <a:buSzPts val="1350"/>
              <a:buChar char=" "/>
              <a:defRPr/>
            </a:lvl9pPr>
          </a:lstStyle>
          <a:p>
            <a:pPr lvl="0"/>
            <a:r>
              <a:rPr lang="es-ES"/>
              <a:t>Haga clic para modificar los estilos de texto del patrón</a:t>
            </a:r>
          </a:p>
        </p:txBody>
      </p:sp>
      <p:cxnSp>
        <p:nvCxnSpPr>
          <p:cNvPr id="86" name="Google Shape;86;g138a1e40217_0_72"/>
          <p:cNvCxnSpPr/>
          <p:nvPr/>
        </p:nvCxnSpPr>
        <p:spPr>
          <a:xfrm>
            <a:off x="623396" y="1772816"/>
            <a:ext cx="10772700" cy="0"/>
          </a:xfrm>
          <a:prstGeom prst="straightConnector1">
            <a:avLst/>
          </a:prstGeom>
          <a:noFill/>
          <a:ln w="9525" cap="flat" cmpd="sng">
            <a:solidFill>
              <a:srgbClr val="BF0000"/>
            </a:solidFill>
            <a:prstDash val="solid"/>
            <a:round/>
            <a:headEnd type="none" w="sm" len="sm"/>
            <a:tailEnd type="none" w="sm" len="sm"/>
          </a:ln>
        </p:spPr>
      </p:cxnSp>
      <p:sp>
        <p:nvSpPr>
          <p:cNvPr id="87" name="Google Shape;87;g138a1e40217_0_72"/>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88" name="Google Shape;88;g138a1e40217_0_72"/>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89" name="Google Shape;89;g138a1e40217_0_72"/>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90" name="Google Shape;90;g138a1e40217_0_72"/>
          <p:cNvCxnSpPr/>
          <p:nvPr/>
        </p:nvCxnSpPr>
        <p:spPr>
          <a:xfrm>
            <a:off x="623396" y="1772816"/>
            <a:ext cx="10772700" cy="0"/>
          </a:xfrm>
          <a:prstGeom prst="straightConnector1">
            <a:avLst/>
          </a:prstGeom>
          <a:noFill/>
          <a:ln w="9525" cap="flat" cmpd="sng">
            <a:solidFill>
              <a:srgbClr val="BF0000"/>
            </a:solidFill>
            <a:prstDash val="solid"/>
            <a:round/>
            <a:headEnd type="none" w="sm" len="sm"/>
            <a:tailEnd type="none" w="sm" len="sm"/>
          </a:ln>
        </p:spPr>
      </p:cxnSp>
    </p:spTree>
    <p:extLst>
      <p:ext uri="{BB962C8B-B14F-4D97-AF65-F5344CB8AC3E}">
        <p14:creationId xmlns:p14="http://schemas.microsoft.com/office/powerpoint/2010/main" val="415678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s objetos">
  <p:cSld name="Dos objetos">
    <p:spTree>
      <p:nvGrpSpPr>
        <p:cNvPr id="1" name="Shape 91"/>
        <p:cNvGrpSpPr/>
        <p:nvPr/>
      </p:nvGrpSpPr>
      <p:grpSpPr>
        <a:xfrm>
          <a:off x="0" y="0"/>
          <a:ext cx="0" cy="0"/>
          <a:chOff x="0" y="0"/>
          <a:chExt cx="0" cy="0"/>
        </a:xfrm>
      </p:grpSpPr>
      <p:sp>
        <p:nvSpPr>
          <p:cNvPr id="92" name="Google Shape;92;g138a1e40217_0_82"/>
          <p:cNvSpPr txBox="1">
            <a:spLocks noGrp="1"/>
          </p:cNvSpPr>
          <p:nvPr>
            <p:ph type="title"/>
          </p:nvPr>
        </p:nvSpPr>
        <p:spPr>
          <a:xfrm>
            <a:off x="623396" y="499539"/>
            <a:ext cx="10806600" cy="127320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chemeClr val="accent1"/>
              </a:buClr>
              <a:buSzPts val="3000"/>
              <a:buFont typeface="Calibri"/>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93" name="Google Shape;93;g138a1e40217_0_82"/>
          <p:cNvSpPr txBox="1">
            <a:spLocks noGrp="1"/>
          </p:cNvSpPr>
          <p:nvPr>
            <p:ph type="body" idx="1"/>
          </p:nvPr>
        </p:nvSpPr>
        <p:spPr>
          <a:xfrm>
            <a:off x="676656" y="1998134"/>
            <a:ext cx="4663500" cy="3767400"/>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971"/>
              </a:spcBef>
              <a:spcAft>
                <a:spcPts val="0"/>
              </a:spcAft>
              <a:buClr>
                <a:srgbClr val="C00000"/>
              </a:buClr>
              <a:buSzPts val="1800"/>
              <a:buFont typeface="Arial"/>
              <a:buChar char="»"/>
              <a:defRPr sz="1793"/>
            </a:lvl1pPr>
            <a:lvl2pPr marL="914400" lvl="1" indent="-323850" algn="l">
              <a:lnSpc>
                <a:spcPct val="85000"/>
              </a:lnSpc>
              <a:spcBef>
                <a:spcPts val="448"/>
              </a:spcBef>
              <a:spcAft>
                <a:spcPts val="0"/>
              </a:spcAft>
              <a:buClr>
                <a:srgbClr val="C00000"/>
              </a:buClr>
              <a:buSzPts val="1500"/>
              <a:buFont typeface="Arial"/>
              <a:buChar char=" "/>
              <a:defRPr sz="1494"/>
            </a:lvl2pPr>
            <a:lvl3pPr marL="1371600" lvl="2" indent="-314325" algn="l">
              <a:lnSpc>
                <a:spcPct val="85000"/>
              </a:lnSpc>
              <a:spcBef>
                <a:spcPts val="448"/>
              </a:spcBef>
              <a:spcAft>
                <a:spcPts val="0"/>
              </a:spcAft>
              <a:buClr>
                <a:srgbClr val="C00000"/>
              </a:buClr>
              <a:buSzPts val="1350"/>
              <a:buFont typeface="Arial"/>
              <a:buChar char=" "/>
              <a:defRPr sz="1345"/>
            </a:lvl3pPr>
            <a:lvl4pPr marL="1828800" lvl="3" indent="-304800" algn="l">
              <a:lnSpc>
                <a:spcPct val="85000"/>
              </a:lnSpc>
              <a:spcBef>
                <a:spcPts val="448"/>
              </a:spcBef>
              <a:spcAft>
                <a:spcPts val="0"/>
              </a:spcAft>
              <a:buClr>
                <a:srgbClr val="C00000"/>
              </a:buClr>
              <a:buSzPts val="1200"/>
              <a:buFont typeface="Arial"/>
              <a:buChar char=" "/>
              <a:defRPr sz="1195"/>
            </a:lvl4pPr>
            <a:lvl5pPr marL="2286000" lvl="4" indent="-304800" algn="l">
              <a:lnSpc>
                <a:spcPct val="85000"/>
              </a:lnSpc>
              <a:spcBef>
                <a:spcPts val="448"/>
              </a:spcBef>
              <a:spcAft>
                <a:spcPts val="0"/>
              </a:spcAft>
              <a:buClr>
                <a:srgbClr val="C00000"/>
              </a:buClr>
              <a:buSzPts val="1200"/>
              <a:buFont typeface="Arial"/>
              <a:buChar char=" "/>
              <a:defRPr sz="1195"/>
            </a:lvl5pPr>
            <a:lvl6pPr marL="2743200" lvl="5" indent="-304800" algn="l">
              <a:lnSpc>
                <a:spcPct val="85000"/>
              </a:lnSpc>
              <a:spcBef>
                <a:spcPts val="448"/>
              </a:spcBef>
              <a:spcAft>
                <a:spcPts val="0"/>
              </a:spcAft>
              <a:buClr>
                <a:srgbClr val="262626"/>
              </a:buClr>
              <a:buSzPts val="1200"/>
              <a:buChar char=" "/>
              <a:defRPr sz="1195"/>
            </a:lvl6pPr>
            <a:lvl7pPr marL="3200400" lvl="6" indent="-304800" algn="l">
              <a:lnSpc>
                <a:spcPct val="85000"/>
              </a:lnSpc>
              <a:spcBef>
                <a:spcPts val="448"/>
              </a:spcBef>
              <a:spcAft>
                <a:spcPts val="0"/>
              </a:spcAft>
              <a:buClr>
                <a:srgbClr val="262626"/>
              </a:buClr>
              <a:buSzPts val="1200"/>
              <a:buChar char=" "/>
              <a:defRPr sz="1195"/>
            </a:lvl7pPr>
            <a:lvl8pPr marL="3657600" lvl="7" indent="-304800" algn="l">
              <a:lnSpc>
                <a:spcPct val="85000"/>
              </a:lnSpc>
              <a:spcBef>
                <a:spcPts val="448"/>
              </a:spcBef>
              <a:spcAft>
                <a:spcPts val="0"/>
              </a:spcAft>
              <a:buClr>
                <a:srgbClr val="262626"/>
              </a:buClr>
              <a:buSzPts val="1200"/>
              <a:buChar char=" "/>
              <a:defRPr sz="1195"/>
            </a:lvl8pPr>
            <a:lvl9pPr marL="4114800" lvl="8" indent="-304800" algn="l">
              <a:lnSpc>
                <a:spcPct val="85000"/>
              </a:lnSpc>
              <a:spcBef>
                <a:spcPts val="448"/>
              </a:spcBef>
              <a:spcAft>
                <a:spcPts val="0"/>
              </a:spcAft>
              <a:buClr>
                <a:srgbClr val="262626"/>
              </a:buClr>
              <a:buSzPts val="1200"/>
              <a:buChar char=" "/>
              <a:defRPr sz="1195"/>
            </a:lvl9pPr>
          </a:lstStyle>
          <a:p>
            <a:pPr lvl="0"/>
            <a:r>
              <a:rPr lang="es-ES"/>
              <a:t>Haga clic para modificar los estilos de texto del patrón</a:t>
            </a:r>
          </a:p>
        </p:txBody>
      </p:sp>
      <p:sp>
        <p:nvSpPr>
          <p:cNvPr id="94" name="Google Shape;94;g138a1e40217_0_82"/>
          <p:cNvSpPr txBox="1">
            <a:spLocks noGrp="1"/>
          </p:cNvSpPr>
          <p:nvPr>
            <p:ph type="body" idx="2"/>
          </p:nvPr>
        </p:nvSpPr>
        <p:spPr>
          <a:xfrm>
            <a:off x="6011331" y="1998134"/>
            <a:ext cx="4663500" cy="3767400"/>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971"/>
              </a:spcBef>
              <a:spcAft>
                <a:spcPts val="0"/>
              </a:spcAft>
              <a:buClr>
                <a:srgbClr val="C00000"/>
              </a:buClr>
              <a:buSzPts val="1800"/>
              <a:buFont typeface="Arial"/>
              <a:buChar char="»"/>
              <a:defRPr sz="1793"/>
            </a:lvl1pPr>
            <a:lvl2pPr marL="914400" lvl="1" indent="-323850" algn="l">
              <a:lnSpc>
                <a:spcPct val="85000"/>
              </a:lnSpc>
              <a:spcBef>
                <a:spcPts val="448"/>
              </a:spcBef>
              <a:spcAft>
                <a:spcPts val="0"/>
              </a:spcAft>
              <a:buClr>
                <a:srgbClr val="C00000"/>
              </a:buClr>
              <a:buSzPts val="1500"/>
              <a:buFont typeface="Arial"/>
              <a:buChar char=" "/>
              <a:defRPr sz="1494"/>
            </a:lvl2pPr>
            <a:lvl3pPr marL="1371600" lvl="2" indent="-314325" algn="l">
              <a:lnSpc>
                <a:spcPct val="85000"/>
              </a:lnSpc>
              <a:spcBef>
                <a:spcPts val="448"/>
              </a:spcBef>
              <a:spcAft>
                <a:spcPts val="0"/>
              </a:spcAft>
              <a:buClr>
                <a:srgbClr val="C00000"/>
              </a:buClr>
              <a:buSzPts val="1350"/>
              <a:buFont typeface="Arial"/>
              <a:buChar char=" "/>
              <a:defRPr sz="1345"/>
            </a:lvl3pPr>
            <a:lvl4pPr marL="1828800" lvl="3" indent="-304800" algn="l">
              <a:lnSpc>
                <a:spcPct val="85000"/>
              </a:lnSpc>
              <a:spcBef>
                <a:spcPts val="448"/>
              </a:spcBef>
              <a:spcAft>
                <a:spcPts val="0"/>
              </a:spcAft>
              <a:buClr>
                <a:srgbClr val="C00000"/>
              </a:buClr>
              <a:buSzPts val="1200"/>
              <a:buFont typeface="Arial"/>
              <a:buChar char=" "/>
              <a:defRPr sz="1195"/>
            </a:lvl4pPr>
            <a:lvl5pPr marL="2286000" lvl="4" indent="-304800" algn="l">
              <a:lnSpc>
                <a:spcPct val="85000"/>
              </a:lnSpc>
              <a:spcBef>
                <a:spcPts val="448"/>
              </a:spcBef>
              <a:spcAft>
                <a:spcPts val="0"/>
              </a:spcAft>
              <a:buClr>
                <a:srgbClr val="C00000"/>
              </a:buClr>
              <a:buSzPts val="1200"/>
              <a:buFont typeface="Arial"/>
              <a:buChar char=" "/>
              <a:defRPr sz="1195"/>
            </a:lvl5pPr>
            <a:lvl6pPr marL="2743200" lvl="5" indent="-304800" algn="l">
              <a:lnSpc>
                <a:spcPct val="85000"/>
              </a:lnSpc>
              <a:spcBef>
                <a:spcPts val="448"/>
              </a:spcBef>
              <a:spcAft>
                <a:spcPts val="0"/>
              </a:spcAft>
              <a:buClr>
                <a:srgbClr val="262626"/>
              </a:buClr>
              <a:buSzPts val="1200"/>
              <a:buChar char=" "/>
              <a:defRPr sz="1195"/>
            </a:lvl6pPr>
            <a:lvl7pPr marL="3200400" lvl="6" indent="-304800" algn="l">
              <a:lnSpc>
                <a:spcPct val="85000"/>
              </a:lnSpc>
              <a:spcBef>
                <a:spcPts val="448"/>
              </a:spcBef>
              <a:spcAft>
                <a:spcPts val="0"/>
              </a:spcAft>
              <a:buClr>
                <a:srgbClr val="262626"/>
              </a:buClr>
              <a:buSzPts val="1200"/>
              <a:buChar char=" "/>
              <a:defRPr sz="1195"/>
            </a:lvl7pPr>
            <a:lvl8pPr marL="3657600" lvl="7" indent="-304800" algn="l">
              <a:lnSpc>
                <a:spcPct val="85000"/>
              </a:lnSpc>
              <a:spcBef>
                <a:spcPts val="448"/>
              </a:spcBef>
              <a:spcAft>
                <a:spcPts val="0"/>
              </a:spcAft>
              <a:buClr>
                <a:srgbClr val="262626"/>
              </a:buClr>
              <a:buSzPts val="1200"/>
              <a:buChar char=" "/>
              <a:defRPr sz="1195"/>
            </a:lvl8pPr>
            <a:lvl9pPr marL="4114800" lvl="8" indent="-304800" algn="l">
              <a:lnSpc>
                <a:spcPct val="85000"/>
              </a:lnSpc>
              <a:spcBef>
                <a:spcPts val="448"/>
              </a:spcBef>
              <a:spcAft>
                <a:spcPts val="0"/>
              </a:spcAft>
              <a:buClr>
                <a:srgbClr val="262626"/>
              </a:buClr>
              <a:buSzPts val="1200"/>
              <a:buChar char=" "/>
              <a:defRPr sz="1195"/>
            </a:lvl9pPr>
          </a:lstStyle>
          <a:p>
            <a:pPr lvl="0"/>
            <a:r>
              <a:rPr lang="es-ES"/>
              <a:t>Haga clic para modificar los estilos de texto del patrón</a:t>
            </a:r>
          </a:p>
        </p:txBody>
      </p:sp>
      <p:sp>
        <p:nvSpPr>
          <p:cNvPr id="95" name="Google Shape;95;g138a1e40217_0_82"/>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25"/>
              <a:buFont typeface="Arial"/>
              <a:buNone/>
              <a:defRPr sz="7694" b="0" i="0" u="none" strike="noStrike" cap="none">
                <a:solidFill>
                  <a:srgbClr val="54747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25"/>
              <a:buFont typeface="Arial"/>
              <a:buNone/>
              <a:defRPr sz="7694" b="0" i="0" u="none" strike="noStrike" cap="none">
                <a:solidFill>
                  <a:srgbClr val="54747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25"/>
              <a:buFont typeface="Arial"/>
              <a:buNone/>
              <a:defRPr sz="7694" b="0" i="0" u="none" strike="noStrike" cap="none">
                <a:solidFill>
                  <a:srgbClr val="54747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25"/>
              <a:buFont typeface="Arial"/>
              <a:buNone/>
              <a:defRPr sz="7694" b="0" i="0" u="none" strike="noStrike" cap="none">
                <a:solidFill>
                  <a:srgbClr val="54747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25"/>
              <a:buFont typeface="Arial"/>
              <a:buNone/>
              <a:defRPr sz="7694" b="0" i="0" u="none" strike="noStrike" cap="none">
                <a:solidFill>
                  <a:srgbClr val="54747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25"/>
              <a:buFont typeface="Arial"/>
              <a:buNone/>
              <a:defRPr sz="7694" b="0" i="0" u="none" strike="noStrike" cap="none">
                <a:solidFill>
                  <a:srgbClr val="54747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25"/>
              <a:buFont typeface="Arial"/>
              <a:buNone/>
              <a:defRPr sz="7694" b="0" i="0" u="none" strike="noStrike" cap="none">
                <a:solidFill>
                  <a:srgbClr val="54747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25"/>
              <a:buFont typeface="Arial"/>
              <a:buNone/>
              <a:defRPr sz="7694" b="0" i="0" u="none" strike="noStrike" cap="none">
                <a:solidFill>
                  <a:srgbClr val="54747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25"/>
              <a:buFont typeface="Arial"/>
              <a:buNone/>
              <a:defRPr sz="7694" b="0" i="0" u="none" strike="noStrike" cap="none">
                <a:solidFill>
                  <a:srgbClr val="54747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96" name="Google Shape;96;g138a1e40217_0_82"/>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E4E9EF"/>
              </a:solidFill>
              <a:latin typeface="Calibri"/>
              <a:ea typeface="Calibri"/>
              <a:cs typeface="Calibri"/>
              <a:sym typeface="Calibri"/>
            </a:endParaRPr>
          </a:p>
        </p:txBody>
      </p:sp>
      <p:sp>
        <p:nvSpPr>
          <p:cNvPr id="97" name="Google Shape;97;g138a1e40217_0_82"/>
          <p:cNvSpPr txBox="1">
            <a:spLocks noGrp="1"/>
          </p:cNvSpPr>
          <p:nvPr>
            <p:ph type="body" idx="3"/>
          </p:nvPr>
        </p:nvSpPr>
        <p:spPr>
          <a:xfrm>
            <a:off x="5951986" y="6509540"/>
            <a:ext cx="2162400" cy="305400"/>
          </a:xfrm>
          <a:prstGeom prst="rect">
            <a:avLst/>
          </a:prstGeom>
          <a:noFill/>
          <a:ln>
            <a:noFill/>
          </a:ln>
        </p:spPr>
        <p:txBody>
          <a:bodyPr spcFirstLastPara="1" wrap="square" lIns="91425" tIns="45700" rIns="91425" bIns="45700" anchor="t" anchorCtr="0">
            <a:noAutofit/>
          </a:bodyPr>
          <a:lstStyle>
            <a:lvl1pPr marL="457200" lvl="0" indent="-228600" algn="l">
              <a:lnSpc>
                <a:spcPct val="85000"/>
              </a:lnSpc>
              <a:spcBef>
                <a:spcPts val="0"/>
              </a:spcBef>
              <a:spcAft>
                <a:spcPts val="0"/>
              </a:spcAft>
              <a:buSzPts val="825"/>
              <a:buNone/>
              <a:defRPr sz="822" b="0" i="0">
                <a:solidFill>
                  <a:srgbClr val="888888"/>
                </a:solidFill>
                <a:latin typeface="Arial"/>
                <a:ea typeface="Arial"/>
                <a:cs typeface="Arial"/>
                <a:sym typeface="Arial"/>
              </a:defRPr>
            </a:lvl1pPr>
            <a:lvl2pPr marL="914400" lvl="1" indent="-228600" algn="l">
              <a:lnSpc>
                <a:spcPct val="85000"/>
              </a:lnSpc>
              <a:spcBef>
                <a:spcPts val="448"/>
              </a:spcBef>
              <a:spcAft>
                <a:spcPts val="0"/>
              </a:spcAft>
              <a:buClr>
                <a:srgbClr val="262626"/>
              </a:buClr>
              <a:buSzPts val="1050"/>
              <a:buNone/>
              <a:defRPr sz="1046"/>
            </a:lvl2pPr>
            <a:lvl3pPr marL="1371600" lvl="2" indent="-228600" algn="l">
              <a:lnSpc>
                <a:spcPct val="85000"/>
              </a:lnSpc>
              <a:spcBef>
                <a:spcPts val="448"/>
              </a:spcBef>
              <a:spcAft>
                <a:spcPts val="0"/>
              </a:spcAft>
              <a:buClr>
                <a:srgbClr val="262626"/>
              </a:buClr>
              <a:buSzPts val="1050"/>
              <a:buNone/>
              <a:defRPr sz="1046"/>
            </a:lvl3pPr>
            <a:lvl4pPr marL="1828800" lvl="3" indent="-228600" algn="l">
              <a:lnSpc>
                <a:spcPct val="85000"/>
              </a:lnSpc>
              <a:spcBef>
                <a:spcPts val="448"/>
              </a:spcBef>
              <a:spcAft>
                <a:spcPts val="0"/>
              </a:spcAft>
              <a:buClr>
                <a:srgbClr val="262626"/>
              </a:buClr>
              <a:buSzPts val="1050"/>
              <a:buNone/>
              <a:defRPr sz="1046"/>
            </a:lvl4pPr>
            <a:lvl5pPr marL="2286000" lvl="4" indent="-228600" algn="l">
              <a:lnSpc>
                <a:spcPct val="85000"/>
              </a:lnSpc>
              <a:spcBef>
                <a:spcPts val="448"/>
              </a:spcBef>
              <a:spcAft>
                <a:spcPts val="0"/>
              </a:spcAft>
              <a:buClr>
                <a:srgbClr val="262626"/>
              </a:buClr>
              <a:buSzPts val="1050"/>
              <a:buNone/>
              <a:defRPr sz="1046"/>
            </a:lvl5pPr>
            <a:lvl6pPr marL="2743200" lvl="5" indent="-342900" algn="l">
              <a:lnSpc>
                <a:spcPct val="85000"/>
              </a:lnSpc>
              <a:spcBef>
                <a:spcPts val="448"/>
              </a:spcBef>
              <a:spcAft>
                <a:spcPts val="0"/>
              </a:spcAft>
              <a:buClr>
                <a:srgbClr val="262626"/>
              </a:buClr>
              <a:buSzPts val="1800"/>
              <a:buChar char=" "/>
              <a:defRPr/>
            </a:lvl6pPr>
            <a:lvl7pPr marL="3200400" lvl="6" indent="-342900" algn="l">
              <a:lnSpc>
                <a:spcPct val="85000"/>
              </a:lnSpc>
              <a:spcBef>
                <a:spcPts val="448"/>
              </a:spcBef>
              <a:spcAft>
                <a:spcPts val="0"/>
              </a:spcAft>
              <a:buClr>
                <a:srgbClr val="262626"/>
              </a:buClr>
              <a:buSzPts val="1800"/>
              <a:buChar char=" "/>
              <a:defRPr/>
            </a:lvl7pPr>
            <a:lvl8pPr marL="3657600" lvl="7" indent="-342900" algn="l">
              <a:lnSpc>
                <a:spcPct val="85000"/>
              </a:lnSpc>
              <a:spcBef>
                <a:spcPts val="448"/>
              </a:spcBef>
              <a:spcAft>
                <a:spcPts val="0"/>
              </a:spcAft>
              <a:buClr>
                <a:srgbClr val="262626"/>
              </a:buClr>
              <a:buSzPts val="1800"/>
              <a:buChar char=" "/>
              <a:defRPr/>
            </a:lvl8pPr>
            <a:lvl9pPr marL="4114800" lvl="8" indent="-342900" algn="l">
              <a:lnSpc>
                <a:spcPct val="85000"/>
              </a:lnSpc>
              <a:spcBef>
                <a:spcPts val="448"/>
              </a:spcBef>
              <a:spcAft>
                <a:spcPts val="0"/>
              </a:spcAft>
              <a:buClr>
                <a:srgbClr val="262626"/>
              </a:buClr>
              <a:buSzPts val="1800"/>
              <a:buChar char=" "/>
              <a:defRPr/>
            </a:lvl9pPr>
          </a:lstStyle>
          <a:p>
            <a:pPr lvl="0"/>
            <a:r>
              <a:rPr lang="es-ES"/>
              <a:t>Haga clic para modificar los estilos de texto del patrón</a:t>
            </a:r>
          </a:p>
        </p:txBody>
      </p:sp>
      <p:sp>
        <p:nvSpPr>
          <p:cNvPr id="98" name="Google Shape;98;g138a1e40217_0_82"/>
          <p:cNvSpPr txBox="1">
            <a:spLocks noGrp="1"/>
          </p:cNvSpPr>
          <p:nvPr>
            <p:ph type="dt" idx="10"/>
          </p:nvPr>
        </p:nvSpPr>
        <p:spPr>
          <a:xfrm>
            <a:off x="2898949" y="6511630"/>
            <a:ext cx="825900" cy="256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99" name="Google Shape;99;g138a1e40217_0_82"/>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Tree>
    <p:extLst>
      <p:ext uri="{BB962C8B-B14F-4D97-AF65-F5344CB8AC3E}">
        <p14:creationId xmlns:p14="http://schemas.microsoft.com/office/powerpoint/2010/main" val="301593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100"/>
        <p:cNvGrpSpPr/>
        <p:nvPr/>
      </p:nvGrpSpPr>
      <p:grpSpPr>
        <a:xfrm>
          <a:off x="0" y="0"/>
          <a:ext cx="0" cy="0"/>
          <a:chOff x="0" y="0"/>
          <a:chExt cx="0" cy="0"/>
        </a:xfrm>
      </p:grpSpPr>
      <p:sp>
        <p:nvSpPr>
          <p:cNvPr id="101" name="Google Shape;101;g138a1e40217_0_91"/>
          <p:cNvSpPr txBox="1">
            <a:spLocks noGrp="1"/>
          </p:cNvSpPr>
          <p:nvPr>
            <p:ph type="title"/>
          </p:nvPr>
        </p:nvSpPr>
        <p:spPr>
          <a:xfrm>
            <a:off x="623396" y="499539"/>
            <a:ext cx="10806600" cy="1273200"/>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02" name="Google Shape;102;g138a1e40217_0_91"/>
          <p:cNvSpPr txBox="1">
            <a:spLocks noGrp="1"/>
          </p:cNvSpPr>
          <p:nvPr>
            <p:ph type="body" idx="1"/>
          </p:nvPr>
        </p:nvSpPr>
        <p:spPr>
          <a:xfrm>
            <a:off x="527382" y="260648"/>
            <a:ext cx="10858500" cy="5976600"/>
          </a:xfrm>
          <a:prstGeom prst="rect">
            <a:avLst/>
          </a:prstGeom>
          <a:noFill/>
          <a:ln>
            <a:noFill/>
          </a:ln>
        </p:spPr>
        <p:txBody>
          <a:bodyPr spcFirstLastPara="1" wrap="square" lIns="91425" tIns="45700" rIns="91425" bIns="45700" anchor="t" anchorCtr="0">
            <a:normAutofit/>
          </a:bodyPr>
          <a:lstStyle>
            <a:lvl1pPr marL="457200" lvl="0" indent="-342900" algn="l">
              <a:lnSpc>
                <a:spcPct val="85000"/>
              </a:lnSpc>
              <a:spcBef>
                <a:spcPts val="971"/>
              </a:spcBef>
              <a:spcAft>
                <a:spcPts val="0"/>
              </a:spcAft>
              <a:buSzPts val="1800"/>
              <a:buChar char="»"/>
              <a:defRPr/>
            </a:lvl1pPr>
            <a:lvl2pPr marL="914400" lvl="1" indent="-342900" algn="l">
              <a:lnSpc>
                <a:spcPct val="85000"/>
              </a:lnSpc>
              <a:spcBef>
                <a:spcPts val="448"/>
              </a:spcBef>
              <a:spcAft>
                <a:spcPts val="0"/>
              </a:spcAft>
              <a:buClr>
                <a:srgbClr val="262626"/>
              </a:buClr>
              <a:buSzPts val="1800"/>
              <a:buChar char=" "/>
              <a:defRPr/>
            </a:lvl2pPr>
            <a:lvl3pPr marL="1371600" lvl="2" indent="-342900" algn="l">
              <a:lnSpc>
                <a:spcPct val="85000"/>
              </a:lnSpc>
              <a:spcBef>
                <a:spcPts val="448"/>
              </a:spcBef>
              <a:spcAft>
                <a:spcPts val="0"/>
              </a:spcAft>
              <a:buClr>
                <a:srgbClr val="262626"/>
              </a:buClr>
              <a:buSzPts val="1800"/>
              <a:buChar char=" "/>
              <a:defRPr/>
            </a:lvl3pPr>
            <a:lvl4pPr marL="1828800" lvl="3" indent="-342900" algn="l">
              <a:lnSpc>
                <a:spcPct val="85000"/>
              </a:lnSpc>
              <a:spcBef>
                <a:spcPts val="448"/>
              </a:spcBef>
              <a:spcAft>
                <a:spcPts val="0"/>
              </a:spcAft>
              <a:buClr>
                <a:srgbClr val="262626"/>
              </a:buClr>
              <a:buSzPts val="1800"/>
              <a:buChar char=" "/>
              <a:defRPr/>
            </a:lvl4pPr>
            <a:lvl5pPr marL="2286000" lvl="4" indent="-342900" algn="l">
              <a:lnSpc>
                <a:spcPct val="85000"/>
              </a:lnSpc>
              <a:spcBef>
                <a:spcPts val="448"/>
              </a:spcBef>
              <a:spcAft>
                <a:spcPts val="0"/>
              </a:spcAft>
              <a:buClr>
                <a:srgbClr val="262626"/>
              </a:buClr>
              <a:buSzPts val="1800"/>
              <a:buChar char=" "/>
              <a:defRPr/>
            </a:lvl5pPr>
            <a:lvl6pPr marL="2743200" lvl="5" indent="-342900" algn="l">
              <a:lnSpc>
                <a:spcPct val="85000"/>
              </a:lnSpc>
              <a:spcBef>
                <a:spcPts val="448"/>
              </a:spcBef>
              <a:spcAft>
                <a:spcPts val="0"/>
              </a:spcAft>
              <a:buClr>
                <a:srgbClr val="262626"/>
              </a:buClr>
              <a:buSzPts val="1800"/>
              <a:buChar char=" "/>
              <a:defRPr/>
            </a:lvl6pPr>
            <a:lvl7pPr marL="3200400" lvl="6" indent="-342900" algn="l">
              <a:lnSpc>
                <a:spcPct val="85000"/>
              </a:lnSpc>
              <a:spcBef>
                <a:spcPts val="448"/>
              </a:spcBef>
              <a:spcAft>
                <a:spcPts val="0"/>
              </a:spcAft>
              <a:buClr>
                <a:srgbClr val="262626"/>
              </a:buClr>
              <a:buSzPts val="1800"/>
              <a:buChar char=" "/>
              <a:defRPr/>
            </a:lvl7pPr>
            <a:lvl8pPr marL="3657600" lvl="7" indent="-342900" algn="l">
              <a:lnSpc>
                <a:spcPct val="85000"/>
              </a:lnSpc>
              <a:spcBef>
                <a:spcPts val="448"/>
              </a:spcBef>
              <a:spcAft>
                <a:spcPts val="0"/>
              </a:spcAft>
              <a:buClr>
                <a:srgbClr val="262626"/>
              </a:buClr>
              <a:buSzPts val="1800"/>
              <a:buChar char=" "/>
              <a:defRPr/>
            </a:lvl8pPr>
            <a:lvl9pPr marL="4114800" lvl="8" indent="-342900" algn="l">
              <a:lnSpc>
                <a:spcPct val="85000"/>
              </a:lnSpc>
              <a:spcBef>
                <a:spcPts val="448"/>
              </a:spcBef>
              <a:spcAft>
                <a:spcPts val="0"/>
              </a:spcAft>
              <a:buClr>
                <a:srgbClr val="262626"/>
              </a:buClr>
              <a:buSzPts val="1800"/>
              <a:buChar char=" "/>
              <a:defRPr/>
            </a:lvl9pPr>
          </a:lstStyle>
          <a:p>
            <a:pPr lvl="0"/>
            <a:r>
              <a:rPr lang="es-ES"/>
              <a:t>Haga clic para modificar los estilos de texto del patrón</a:t>
            </a:r>
          </a:p>
        </p:txBody>
      </p:sp>
      <p:sp>
        <p:nvSpPr>
          <p:cNvPr id="103" name="Google Shape;103;g138a1e40217_0_91"/>
          <p:cNvSpPr txBox="1">
            <a:spLocks noGrp="1"/>
          </p:cNvSpPr>
          <p:nvPr>
            <p:ph type="body" idx="2"/>
          </p:nvPr>
        </p:nvSpPr>
        <p:spPr>
          <a:xfrm>
            <a:off x="527384" y="6309320"/>
            <a:ext cx="4191000" cy="357300"/>
          </a:xfrm>
          <a:prstGeom prst="rect">
            <a:avLst/>
          </a:prstGeom>
          <a:noFill/>
          <a:ln>
            <a:noFill/>
          </a:ln>
        </p:spPr>
        <p:txBody>
          <a:bodyPr spcFirstLastPara="1" wrap="square" lIns="91425" tIns="45700" rIns="91425" bIns="45700" anchor="t" anchorCtr="0">
            <a:noAutofit/>
          </a:bodyPr>
          <a:lstStyle>
            <a:lvl1pPr marL="457200" lvl="0" indent="-228600" algn="l">
              <a:lnSpc>
                <a:spcPct val="85000"/>
              </a:lnSpc>
              <a:spcBef>
                <a:spcPts val="971"/>
              </a:spcBef>
              <a:spcAft>
                <a:spcPts val="0"/>
              </a:spcAft>
              <a:buSzPts val="1400"/>
              <a:buNone/>
              <a:defRPr sz="1394">
                <a:solidFill>
                  <a:schemeClr val="dk2"/>
                </a:solidFill>
              </a:defRPr>
            </a:lvl1pPr>
            <a:lvl2pPr marL="914400" lvl="1" indent="-228600" algn="l">
              <a:lnSpc>
                <a:spcPct val="85000"/>
              </a:lnSpc>
              <a:spcBef>
                <a:spcPts val="448"/>
              </a:spcBef>
              <a:spcAft>
                <a:spcPts val="0"/>
              </a:spcAft>
              <a:buClr>
                <a:srgbClr val="262626"/>
              </a:buClr>
              <a:buSzPts val="1400"/>
              <a:buNone/>
              <a:defRPr sz="1394"/>
            </a:lvl2pPr>
            <a:lvl3pPr marL="1371600" lvl="2" indent="-228600" algn="l">
              <a:lnSpc>
                <a:spcPct val="85000"/>
              </a:lnSpc>
              <a:spcBef>
                <a:spcPts val="448"/>
              </a:spcBef>
              <a:spcAft>
                <a:spcPts val="0"/>
              </a:spcAft>
              <a:buClr>
                <a:srgbClr val="262626"/>
              </a:buClr>
              <a:buSzPts val="1400"/>
              <a:buNone/>
              <a:defRPr sz="1394"/>
            </a:lvl3pPr>
            <a:lvl4pPr marL="1828800" lvl="3" indent="-228600" algn="l">
              <a:lnSpc>
                <a:spcPct val="85000"/>
              </a:lnSpc>
              <a:spcBef>
                <a:spcPts val="448"/>
              </a:spcBef>
              <a:spcAft>
                <a:spcPts val="0"/>
              </a:spcAft>
              <a:buClr>
                <a:srgbClr val="262626"/>
              </a:buClr>
              <a:buSzPts val="1400"/>
              <a:buNone/>
              <a:defRPr sz="1394"/>
            </a:lvl4pPr>
            <a:lvl5pPr marL="2286000" lvl="4" indent="-228600" algn="l">
              <a:lnSpc>
                <a:spcPct val="85000"/>
              </a:lnSpc>
              <a:spcBef>
                <a:spcPts val="448"/>
              </a:spcBef>
              <a:spcAft>
                <a:spcPts val="0"/>
              </a:spcAft>
              <a:buClr>
                <a:srgbClr val="262626"/>
              </a:buClr>
              <a:buSzPts val="1400"/>
              <a:buNone/>
              <a:defRPr sz="1394"/>
            </a:lvl5pPr>
            <a:lvl6pPr marL="2743200" lvl="5" indent="-342900" algn="l">
              <a:lnSpc>
                <a:spcPct val="85000"/>
              </a:lnSpc>
              <a:spcBef>
                <a:spcPts val="448"/>
              </a:spcBef>
              <a:spcAft>
                <a:spcPts val="0"/>
              </a:spcAft>
              <a:buClr>
                <a:srgbClr val="262626"/>
              </a:buClr>
              <a:buSzPts val="1800"/>
              <a:buChar char=" "/>
              <a:defRPr/>
            </a:lvl6pPr>
            <a:lvl7pPr marL="3200400" lvl="6" indent="-342900" algn="l">
              <a:lnSpc>
                <a:spcPct val="85000"/>
              </a:lnSpc>
              <a:spcBef>
                <a:spcPts val="448"/>
              </a:spcBef>
              <a:spcAft>
                <a:spcPts val="0"/>
              </a:spcAft>
              <a:buClr>
                <a:srgbClr val="262626"/>
              </a:buClr>
              <a:buSzPts val="1800"/>
              <a:buChar char=" "/>
              <a:defRPr/>
            </a:lvl7pPr>
            <a:lvl8pPr marL="3657600" lvl="7" indent="-342900" algn="l">
              <a:lnSpc>
                <a:spcPct val="85000"/>
              </a:lnSpc>
              <a:spcBef>
                <a:spcPts val="448"/>
              </a:spcBef>
              <a:spcAft>
                <a:spcPts val="0"/>
              </a:spcAft>
              <a:buClr>
                <a:srgbClr val="262626"/>
              </a:buClr>
              <a:buSzPts val="1800"/>
              <a:buChar char=" "/>
              <a:defRPr/>
            </a:lvl8pPr>
            <a:lvl9pPr marL="4114800" lvl="8" indent="-342900" algn="l">
              <a:lnSpc>
                <a:spcPct val="85000"/>
              </a:lnSpc>
              <a:spcBef>
                <a:spcPts val="448"/>
              </a:spcBef>
              <a:spcAft>
                <a:spcPts val="0"/>
              </a:spcAft>
              <a:buClr>
                <a:srgbClr val="262626"/>
              </a:buClr>
              <a:buSzPts val="1800"/>
              <a:buChar char=" "/>
              <a:defRPr/>
            </a:lvl9pPr>
          </a:lstStyle>
          <a:p>
            <a:pPr lvl="0"/>
            <a:r>
              <a:rPr lang="es-ES"/>
              <a:t>Haga clic para modificar los estilos de texto del patrón</a:t>
            </a:r>
          </a:p>
        </p:txBody>
      </p:sp>
      <p:sp>
        <p:nvSpPr>
          <p:cNvPr id="104" name="Google Shape;104;g138a1e40217_0_91"/>
          <p:cNvSpPr txBox="1">
            <a:spLocks noGrp="1"/>
          </p:cNvSpPr>
          <p:nvPr>
            <p:ph type="ftr" idx="11"/>
          </p:nvPr>
        </p:nvSpPr>
        <p:spPr>
          <a:xfrm>
            <a:off x="6671735" y="6308730"/>
            <a:ext cx="4705500" cy="3651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105" name="Google Shape;105;g138a1e40217_0_91"/>
          <p:cNvSpPr txBox="1">
            <a:spLocks noGrp="1"/>
          </p:cNvSpPr>
          <p:nvPr>
            <p:ph type="sldNum" idx="12"/>
          </p:nvPr>
        </p:nvSpPr>
        <p:spPr>
          <a:xfrm>
            <a:off x="9265921" y="2780930"/>
            <a:ext cx="2926200" cy="13971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7725"/>
              <a:buFont typeface="Arial"/>
              <a:buNone/>
              <a:defRPr sz="7694"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725"/>
              <a:buFont typeface="Arial"/>
              <a:buNone/>
              <a:defRPr sz="7694"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725"/>
              <a:buFont typeface="Arial"/>
              <a:buNone/>
              <a:defRPr sz="7694"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725"/>
              <a:buFont typeface="Arial"/>
              <a:buNone/>
              <a:defRPr sz="7694"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725"/>
              <a:buFont typeface="Arial"/>
              <a:buNone/>
              <a:defRPr sz="7694"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725"/>
              <a:buFont typeface="Arial"/>
              <a:buNone/>
              <a:defRPr sz="7694"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725"/>
              <a:buFont typeface="Arial"/>
              <a:buNone/>
              <a:defRPr sz="7694"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725"/>
              <a:buFont typeface="Arial"/>
              <a:buNone/>
              <a:defRPr sz="7694"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725"/>
              <a:buFont typeface="Arial"/>
              <a:buNone/>
              <a:defRPr sz="7694"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786896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Diseño personalizado">
  <p:cSld name="4_Diseño personalizado">
    <p:spTree>
      <p:nvGrpSpPr>
        <p:cNvPr id="1" name="Shape 106"/>
        <p:cNvGrpSpPr/>
        <p:nvPr/>
      </p:nvGrpSpPr>
      <p:grpSpPr>
        <a:xfrm>
          <a:off x="0" y="0"/>
          <a:ext cx="0" cy="0"/>
          <a:chOff x="0" y="0"/>
          <a:chExt cx="0" cy="0"/>
        </a:xfrm>
      </p:grpSpPr>
      <p:sp>
        <p:nvSpPr>
          <p:cNvPr id="107" name="Google Shape;107;g138a1e40217_0_97"/>
          <p:cNvSpPr txBox="1">
            <a:spLocks noGrp="1"/>
          </p:cNvSpPr>
          <p:nvPr>
            <p:ph type="title"/>
          </p:nvPr>
        </p:nvSpPr>
        <p:spPr>
          <a:xfrm>
            <a:off x="623396" y="499539"/>
            <a:ext cx="10806600" cy="1273200"/>
          </a:xfrm>
          <a:prstGeom prst="rect">
            <a:avLst/>
          </a:prstGeom>
          <a:noFill/>
          <a:ln>
            <a:noFill/>
          </a:ln>
        </p:spPr>
        <p:txBody>
          <a:bodyPr spcFirstLastPara="1" wrap="square" lIns="91425" tIns="45700" rIns="91425" bIns="45700" anchor="ctr" anchorCtr="0">
            <a:noAutofit/>
          </a:bodyPr>
          <a:lstStyle>
            <a:lvl1pPr lvl="0" algn="l">
              <a:lnSpc>
                <a:spcPct val="85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08" name="Google Shape;108;g138a1e40217_0_97"/>
          <p:cNvSpPr txBox="1">
            <a:spLocks noGrp="1"/>
          </p:cNvSpPr>
          <p:nvPr>
            <p:ph type="sldNum" idx="12"/>
          </p:nvPr>
        </p:nvSpPr>
        <p:spPr>
          <a:xfrm>
            <a:off x="9265921" y="2780930"/>
            <a:ext cx="2926200" cy="1397100"/>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6000"/>
              <a:buFont typeface="Arial"/>
              <a:buNone/>
              <a:defRPr sz="5976" b="0" i="0" u="none" strike="noStrike" cap="none">
                <a:solidFill>
                  <a:srgbClr val="54747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109" name="Google Shape;109;g138a1e40217_0_97"/>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110" name="Google Shape;110;g138a1e40217_0_97"/>
          <p:cNvSpPr txBox="1">
            <a:spLocks noGrp="1"/>
          </p:cNvSpPr>
          <p:nvPr>
            <p:ph type="ftr" idx="11"/>
          </p:nvPr>
        </p:nvSpPr>
        <p:spPr>
          <a:xfrm>
            <a:off x="168981" y="6554699"/>
            <a:ext cx="3334800" cy="3033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Tree>
    <p:extLst>
      <p:ext uri="{BB962C8B-B14F-4D97-AF65-F5344CB8AC3E}">
        <p14:creationId xmlns:p14="http://schemas.microsoft.com/office/powerpoint/2010/main" val="2775793159"/>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os objetos" type="twoObj">
  <p:cSld name="1_Dos objetos">
    <p:spTree>
      <p:nvGrpSpPr>
        <p:cNvPr id="1" name="Shape 111"/>
        <p:cNvGrpSpPr/>
        <p:nvPr/>
      </p:nvGrpSpPr>
      <p:grpSpPr>
        <a:xfrm>
          <a:off x="0" y="0"/>
          <a:ext cx="0" cy="0"/>
          <a:chOff x="0" y="0"/>
          <a:chExt cx="0" cy="0"/>
        </a:xfrm>
      </p:grpSpPr>
      <p:sp>
        <p:nvSpPr>
          <p:cNvPr id="112" name="Google Shape;112;g138a1e40217_0_102"/>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13" name="Google Shape;113;g138a1e40217_0_102"/>
          <p:cNvSpPr txBox="1">
            <a:spLocks noGrp="1"/>
          </p:cNvSpPr>
          <p:nvPr>
            <p:ph type="body" idx="1"/>
          </p:nvPr>
        </p:nvSpPr>
        <p:spPr>
          <a:xfrm>
            <a:off x="1097278" y="1845734"/>
            <a:ext cx="4937700" cy="40233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114" name="Google Shape;114;g138a1e40217_0_102"/>
          <p:cNvSpPr txBox="1">
            <a:spLocks noGrp="1"/>
          </p:cNvSpPr>
          <p:nvPr>
            <p:ph type="body" idx="2"/>
          </p:nvPr>
        </p:nvSpPr>
        <p:spPr>
          <a:xfrm>
            <a:off x="6217921" y="1845735"/>
            <a:ext cx="4937700" cy="40233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115" name="Google Shape;115;g138a1e40217_0_102"/>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116" name="Google Shape;116;g138a1e40217_0_102"/>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117" name="Google Shape;117;g138a1e40217_0_102"/>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6892277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118"/>
        <p:cNvGrpSpPr/>
        <p:nvPr/>
      </p:nvGrpSpPr>
      <p:grpSpPr>
        <a:xfrm>
          <a:off x="0" y="0"/>
          <a:ext cx="0" cy="0"/>
          <a:chOff x="0" y="0"/>
          <a:chExt cx="0" cy="0"/>
        </a:xfrm>
      </p:grpSpPr>
      <p:sp>
        <p:nvSpPr>
          <p:cNvPr id="119" name="Google Shape;119;g138a1e40217_0_109"/>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20" name="Google Shape;120;g138a1e40217_0_109"/>
          <p:cNvSpPr txBox="1">
            <a:spLocks noGrp="1"/>
          </p:cNvSpPr>
          <p:nvPr>
            <p:ph type="body" idx="1"/>
          </p:nvPr>
        </p:nvSpPr>
        <p:spPr>
          <a:xfrm>
            <a:off x="1097280" y="1846052"/>
            <a:ext cx="4937700" cy="7362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195"/>
              </a:spcBef>
              <a:spcAft>
                <a:spcPts val="0"/>
              </a:spcAft>
              <a:buSzPts val="2000"/>
              <a:buNone/>
              <a:defRPr sz="1992" b="0" cap="none">
                <a:solidFill>
                  <a:schemeClr val="dk2"/>
                </a:solidFill>
              </a:defRPr>
            </a:lvl1pPr>
            <a:lvl2pPr marL="914400" lvl="1" indent="-228600" algn="l">
              <a:lnSpc>
                <a:spcPct val="90000"/>
              </a:lnSpc>
              <a:spcBef>
                <a:spcPts val="199"/>
              </a:spcBef>
              <a:spcAft>
                <a:spcPts val="0"/>
              </a:spcAft>
              <a:buSzPts val="2000"/>
              <a:buNone/>
              <a:defRPr sz="1992" b="1"/>
            </a:lvl2pPr>
            <a:lvl3pPr marL="1371600" lvl="2" indent="-228600" algn="l">
              <a:lnSpc>
                <a:spcPct val="90000"/>
              </a:lnSpc>
              <a:spcBef>
                <a:spcPts val="398"/>
              </a:spcBef>
              <a:spcAft>
                <a:spcPts val="0"/>
              </a:spcAft>
              <a:buSzPts val="1800"/>
              <a:buNone/>
              <a:defRPr sz="1793" b="1"/>
            </a:lvl3pPr>
            <a:lvl4pPr marL="1828800" lvl="3" indent="-228600" algn="l">
              <a:lnSpc>
                <a:spcPct val="90000"/>
              </a:lnSpc>
              <a:spcBef>
                <a:spcPts val="398"/>
              </a:spcBef>
              <a:spcAft>
                <a:spcPts val="0"/>
              </a:spcAft>
              <a:buSzPts val="1600"/>
              <a:buNone/>
              <a:defRPr sz="1594" b="1"/>
            </a:lvl4pPr>
            <a:lvl5pPr marL="2286000" lvl="4" indent="-228600" algn="l">
              <a:lnSpc>
                <a:spcPct val="90000"/>
              </a:lnSpc>
              <a:spcBef>
                <a:spcPts val="398"/>
              </a:spcBef>
              <a:spcAft>
                <a:spcPts val="0"/>
              </a:spcAft>
              <a:buSzPts val="1600"/>
              <a:buNone/>
              <a:defRPr sz="1594" b="1"/>
            </a:lvl5pPr>
            <a:lvl6pPr marL="2743200" lvl="5" indent="-228600" algn="l">
              <a:lnSpc>
                <a:spcPct val="90000"/>
              </a:lnSpc>
              <a:spcBef>
                <a:spcPts val="398"/>
              </a:spcBef>
              <a:spcAft>
                <a:spcPts val="0"/>
              </a:spcAft>
              <a:buSzPts val="1600"/>
              <a:buNone/>
              <a:defRPr sz="1594" b="1"/>
            </a:lvl6pPr>
            <a:lvl7pPr marL="3200400" lvl="6" indent="-228600" algn="l">
              <a:lnSpc>
                <a:spcPct val="90000"/>
              </a:lnSpc>
              <a:spcBef>
                <a:spcPts val="398"/>
              </a:spcBef>
              <a:spcAft>
                <a:spcPts val="0"/>
              </a:spcAft>
              <a:buSzPts val="1600"/>
              <a:buNone/>
              <a:defRPr sz="1594" b="1"/>
            </a:lvl7pPr>
            <a:lvl8pPr marL="3657600" lvl="7" indent="-228600" algn="l">
              <a:lnSpc>
                <a:spcPct val="90000"/>
              </a:lnSpc>
              <a:spcBef>
                <a:spcPts val="398"/>
              </a:spcBef>
              <a:spcAft>
                <a:spcPts val="0"/>
              </a:spcAft>
              <a:buSzPts val="1600"/>
              <a:buNone/>
              <a:defRPr sz="1594" b="1"/>
            </a:lvl8pPr>
            <a:lvl9pPr marL="4114800" lvl="8" indent="-228600" algn="l">
              <a:lnSpc>
                <a:spcPct val="90000"/>
              </a:lnSpc>
              <a:spcBef>
                <a:spcPts val="398"/>
              </a:spcBef>
              <a:spcAft>
                <a:spcPts val="398"/>
              </a:spcAft>
              <a:buSzPts val="1600"/>
              <a:buNone/>
              <a:defRPr sz="1594" b="1"/>
            </a:lvl9pPr>
          </a:lstStyle>
          <a:p>
            <a:pPr lvl="0"/>
            <a:r>
              <a:rPr lang="es-ES"/>
              <a:t>Haga clic para modificar los estilos de texto del patrón</a:t>
            </a:r>
          </a:p>
        </p:txBody>
      </p:sp>
      <p:sp>
        <p:nvSpPr>
          <p:cNvPr id="121" name="Google Shape;121;g138a1e40217_0_109"/>
          <p:cNvSpPr txBox="1">
            <a:spLocks noGrp="1"/>
          </p:cNvSpPr>
          <p:nvPr>
            <p:ph type="body" idx="2"/>
          </p:nvPr>
        </p:nvSpPr>
        <p:spPr>
          <a:xfrm>
            <a:off x="1097280" y="2582334"/>
            <a:ext cx="4937700" cy="33783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122" name="Google Shape;122;g138a1e40217_0_109"/>
          <p:cNvSpPr txBox="1">
            <a:spLocks noGrp="1"/>
          </p:cNvSpPr>
          <p:nvPr>
            <p:ph type="body" idx="3"/>
          </p:nvPr>
        </p:nvSpPr>
        <p:spPr>
          <a:xfrm>
            <a:off x="6217921" y="1846052"/>
            <a:ext cx="4937700" cy="736200"/>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195"/>
              </a:spcBef>
              <a:spcAft>
                <a:spcPts val="0"/>
              </a:spcAft>
              <a:buSzPts val="2000"/>
              <a:buNone/>
              <a:defRPr sz="1992" b="0" cap="none">
                <a:solidFill>
                  <a:schemeClr val="dk2"/>
                </a:solidFill>
              </a:defRPr>
            </a:lvl1pPr>
            <a:lvl2pPr marL="914400" lvl="1" indent="-228600" algn="l">
              <a:lnSpc>
                <a:spcPct val="90000"/>
              </a:lnSpc>
              <a:spcBef>
                <a:spcPts val="199"/>
              </a:spcBef>
              <a:spcAft>
                <a:spcPts val="0"/>
              </a:spcAft>
              <a:buSzPts val="2000"/>
              <a:buNone/>
              <a:defRPr sz="1992" b="1"/>
            </a:lvl2pPr>
            <a:lvl3pPr marL="1371600" lvl="2" indent="-228600" algn="l">
              <a:lnSpc>
                <a:spcPct val="90000"/>
              </a:lnSpc>
              <a:spcBef>
                <a:spcPts val="398"/>
              </a:spcBef>
              <a:spcAft>
                <a:spcPts val="0"/>
              </a:spcAft>
              <a:buSzPts val="1800"/>
              <a:buNone/>
              <a:defRPr sz="1793" b="1"/>
            </a:lvl3pPr>
            <a:lvl4pPr marL="1828800" lvl="3" indent="-228600" algn="l">
              <a:lnSpc>
                <a:spcPct val="90000"/>
              </a:lnSpc>
              <a:spcBef>
                <a:spcPts val="398"/>
              </a:spcBef>
              <a:spcAft>
                <a:spcPts val="0"/>
              </a:spcAft>
              <a:buSzPts val="1600"/>
              <a:buNone/>
              <a:defRPr sz="1594" b="1"/>
            </a:lvl4pPr>
            <a:lvl5pPr marL="2286000" lvl="4" indent="-228600" algn="l">
              <a:lnSpc>
                <a:spcPct val="90000"/>
              </a:lnSpc>
              <a:spcBef>
                <a:spcPts val="398"/>
              </a:spcBef>
              <a:spcAft>
                <a:spcPts val="0"/>
              </a:spcAft>
              <a:buSzPts val="1600"/>
              <a:buNone/>
              <a:defRPr sz="1594" b="1"/>
            </a:lvl5pPr>
            <a:lvl6pPr marL="2743200" lvl="5" indent="-228600" algn="l">
              <a:lnSpc>
                <a:spcPct val="90000"/>
              </a:lnSpc>
              <a:spcBef>
                <a:spcPts val="398"/>
              </a:spcBef>
              <a:spcAft>
                <a:spcPts val="0"/>
              </a:spcAft>
              <a:buSzPts val="1600"/>
              <a:buNone/>
              <a:defRPr sz="1594" b="1"/>
            </a:lvl6pPr>
            <a:lvl7pPr marL="3200400" lvl="6" indent="-228600" algn="l">
              <a:lnSpc>
                <a:spcPct val="90000"/>
              </a:lnSpc>
              <a:spcBef>
                <a:spcPts val="398"/>
              </a:spcBef>
              <a:spcAft>
                <a:spcPts val="0"/>
              </a:spcAft>
              <a:buSzPts val="1600"/>
              <a:buNone/>
              <a:defRPr sz="1594" b="1"/>
            </a:lvl7pPr>
            <a:lvl8pPr marL="3657600" lvl="7" indent="-228600" algn="l">
              <a:lnSpc>
                <a:spcPct val="90000"/>
              </a:lnSpc>
              <a:spcBef>
                <a:spcPts val="398"/>
              </a:spcBef>
              <a:spcAft>
                <a:spcPts val="0"/>
              </a:spcAft>
              <a:buSzPts val="1600"/>
              <a:buNone/>
              <a:defRPr sz="1594" b="1"/>
            </a:lvl8pPr>
            <a:lvl9pPr marL="4114800" lvl="8" indent="-228600" algn="l">
              <a:lnSpc>
                <a:spcPct val="90000"/>
              </a:lnSpc>
              <a:spcBef>
                <a:spcPts val="398"/>
              </a:spcBef>
              <a:spcAft>
                <a:spcPts val="398"/>
              </a:spcAft>
              <a:buSzPts val="1600"/>
              <a:buNone/>
              <a:defRPr sz="1594" b="1"/>
            </a:lvl9pPr>
          </a:lstStyle>
          <a:p>
            <a:pPr lvl="0"/>
            <a:r>
              <a:rPr lang="es-ES"/>
              <a:t>Haga clic para modificar los estilos de texto del patrón</a:t>
            </a:r>
          </a:p>
        </p:txBody>
      </p:sp>
      <p:sp>
        <p:nvSpPr>
          <p:cNvPr id="123" name="Google Shape;123;g138a1e40217_0_109"/>
          <p:cNvSpPr txBox="1">
            <a:spLocks noGrp="1"/>
          </p:cNvSpPr>
          <p:nvPr>
            <p:ph type="body" idx="4"/>
          </p:nvPr>
        </p:nvSpPr>
        <p:spPr>
          <a:xfrm>
            <a:off x="6217921" y="2582334"/>
            <a:ext cx="4937700" cy="33783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124" name="Google Shape;124;g138a1e40217_0_109"/>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125" name="Google Shape;125;g138a1e40217_0_109"/>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126" name="Google Shape;126;g138a1e40217_0_109"/>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001457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En blanco" type="blank">
  <p:cSld name="En blanco">
    <p:spTree>
      <p:nvGrpSpPr>
        <p:cNvPr id="1" name="Shape 127"/>
        <p:cNvGrpSpPr/>
        <p:nvPr/>
      </p:nvGrpSpPr>
      <p:grpSpPr>
        <a:xfrm>
          <a:off x="0" y="0"/>
          <a:ext cx="0" cy="0"/>
          <a:chOff x="0" y="0"/>
          <a:chExt cx="0" cy="0"/>
        </a:xfrm>
      </p:grpSpPr>
      <p:sp>
        <p:nvSpPr>
          <p:cNvPr id="128" name="Google Shape;128;g138a1e40217_0_118"/>
          <p:cNvSpPr/>
          <p:nvPr/>
        </p:nvSpPr>
        <p:spPr>
          <a:xfrm>
            <a:off x="3176" y="6400800"/>
            <a:ext cx="12188700" cy="4572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129" name="Google Shape;129;g138a1e40217_0_118"/>
          <p:cNvSpPr/>
          <p:nvPr/>
        </p:nvSpPr>
        <p:spPr>
          <a:xfrm>
            <a:off x="16" y="6334316"/>
            <a:ext cx="12188700" cy="63900"/>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130" name="Google Shape;130;g138a1e40217_0_118"/>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131" name="Google Shape;131;g138a1e40217_0_118"/>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132" name="Google Shape;132;g138a1e40217_0_118"/>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797179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Contenido con título">
    <p:spTree>
      <p:nvGrpSpPr>
        <p:cNvPr id="1" name="Shape 133"/>
        <p:cNvGrpSpPr/>
        <p:nvPr/>
      </p:nvGrpSpPr>
      <p:grpSpPr>
        <a:xfrm>
          <a:off x="0" y="0"/>
          <a:ext cx="0" cy="0"/>
          <a:chOff x="0" y="0"/>
          <a:chExt cx="0" cy="0"/>
        </a:xfrm>
      </p:grpSpPr>
      <p:sp>
        <p:nvSpPr>
          <p:cNvPr id="134" name="Google Shape;134;g138a1e40217_0_124"/>
          <p:cNvSpPr/>
          <p:nvPr/>
        </p:nvSpPr>
        <p:spPr>
          <a:xfrm>
            <a:off x="17" y="0"/>
            <a:ext cx="4050900" cy="68580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135" name="Google Shape;135;g138a1e40217_0_124"/>
          <p:cNvSpPr/>
          <p:nvPr/>
        </p:nvSpPr>
        <p:spPr>
          <a:xfrm>
            <a:off x="4040071" y="0"/>
            <a:ext cx="63900" cy="6858000"/>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136" name="Google Shape;136;g138a1e40217_0_124"/>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586"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37" name="Google Shape;137;g138a1e40217_0_124"/>
          <p:cNvSpPr txBox="1">
            <a:spLocks noGrp="1"/>
          </p:cNvSpPr>
          <p:nvPr>
            <p:ph type="body" idx="1"/>
          </p:nvPr>
        </p:nvSpPr>
        <p:spPr>
          <a:xfrm>
            <a:off x="4800600" y="731520"/>
            <a:ext cx="649230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138" name="Google Shape;138;g138a1e40217_0_124"/>
          <p:cNvSpPr txBox="1">
            <a:spLocks noGrp="1"/>
          </p:cNvSpPr>
          <p:nvPr>
            <p:ph type="body" idx="2"/>
          </p:nvPr>
        </p:nvSpPr>
        <p:spPr>
          <a:xfrm>
            <a:off x="457200" y="2926080"/>
            <a:ext cx="3200400" cy="33792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195"/>
              </a:spcBef>
              <a:spcAft>
                <a:spcPts val="0"/>
              </a:spcAft>
              <a:buSzPts val="1500"/>
              <a:buNone/>
              <a:defRPr sz="1494">
                <a:solidFill>
                  <a:srgbClr val="FFFFFF"/>
                </a:solidFill>
              </a:defRPr>
            </a:lvl1pPr>
            <a:lvl2pPr marL="914400" lvl="1" indent="-228600" algn="l">
              <a:lnSpc>
                <a:spcPct val="90000"/>
              </a:lnSpc>
              <a:spcBef>
                <a:spcPts val="199"/>
              </a:spcBef>
              <a:spcAft>
                <a:spcPts val="0"/>
              </a:spcAft>
              <a:buSzPts val="1200"/>
              <a:buNone/>
              <a:defRPr sz="1195"/>
            </a:lvl2pPr>
            <a:lvl3pPr marL="1371600" lvl="2" indent="-228600" algn="l">
              <a:lnSpc>
                <a:spcPct val="90000"/>
              </a:lnSpc>
              <a:spcBef>
                <a:spcPts val="398"/>
              </a:spcBef>
              <a:spcAft>
                <a:spcPts val="0"/>
              </a:spcAft>
              <a:buSzPts val="1000"/>
              <a:buNone/>
              <a:defRPr sz="996"/>
            </a:lvl3pPr>
            <a:lvl4pPr marL="1828800" lvl="3" indent="-228600" algn="l">
              <a:lnSpc>
                <a:spcPct val="90000"/>
              </a:lnSpc>
              <a:spcBef>
                <a:spcPts val="398"/>
              </a:spcBef>
              <a:spcAft>
                <a:spcPts val="0"/>
              </a:spcAft>
              <a:buSzPts val="900"/>
              <a:buNone/>
              <a:defRPr sz="896"/>
            </a:lvl4pPr>
            <a:lvl5pPr marL="2286000" lvl="4" indent="-228600" algn="l">
              <a:lnSpc>
                <a:spcPct val="90000"/>
              </a:lnSpc>
              <a:spcBef>
                <a:spcPts val="398"/>
              </a:spcBef>
              <a:spcAft>
                <a:spcPts val="0"/>
              </a:spcAft>
              <a:buSzPts val="900"/>
              <a:buNone/>
              <a:defRPr sz="896"/>
            </a:lvl5pPr>
            <a:lvl6pPr marL="2743200" lvl="5" indent="-228600" algn="l">
              <a:lnSpc>
                <a:spcPct val="90000"/>
              </a:lnSpc>
              <a:spcBef>
                <a:spcPts val="398"/>
              </a:spcBef>
              <a:spcAft>
                <a:spcPts val="0"/>
              </a:spcAft>
              <a:buSzPts val="900"/>
              <a:buNone/>
              <a:defRPr sz="896"/>
            </a:lvl6pPr>
            <a:lvl7pPr marL="3200400" lvl="6" indent="-228600" algn="l">
              <a:lnSpc>
                <a:spcPct val="90000"/>
              </a:lnSpc>
              <a:spcBef>
                <a:spcPts val="398"/>
              </a:spcBef>
              <a:spcAft>
                <a:spcPts val="0"/>
              </a:spcAft>
              <a:buSzPts val="900"/>
              <a:buNone/>
              <a:defRPr sz="896"/>
            </a:lvl7pPr>
            <a:lvl8pPr marL="3657600" lvl="7" indent="-228600" algn="l">
              <a:lnSpc>
                <a:spcPct val="90000"/>
              </a:lnSpc>
              <a:spcBef>
                <a:spcPts val="398"/>
              </a:spcBef>
              <a:spcAft>
                <a:spcPts val="0"/>
              </a:spcAft>
              <a:buSzPts val="900"/>
              <a:buNone/>
              <a:defRPr sz="896"/>
            </a:lvl8pPr>
            <a:lvl9pPr marL="4114800" lvl="8" indent="-228600" algn="l">
              <a:lnSpc>
                <a:spcPct val="90000"/>
              </a:lnSpc>
              <a:spcBef>
                <a:spcPts val="398"/>
              </a:spcBef>
              <a:spcAft>
                <a:spcPts val="398"/>
              </a:spcAft>
              <a:buSzPts val="900"/>
              <a:buNone/>
              <a:defRPr sz="896"/>
            </a:lvl9pPr>
          </a:lstStyle>
          <a:p>
            <a:pPr lvl="0"/>
            <a:r>
              <a:rPr lang="es-ES"/>
              <a:t>Haga clic para modificar los estilos de texto del patrón</a:t>
            </a:r>
          </a:p>
        </p:txBody>
      </p:sp>
      <p:sp>
        <p:nvSpPr>
          <p:cNvPr id="139" name="Google Shape;139;g138a1e40217_0_124"/>
          <p:cNvSpPr txBox="1">
            <a:spLocks noGrp="1"/>
          </p:cNvSpPr>
          <p:nvPr>
            <p:ph type="dt" idx="10"/>
          </p:nvPr>
        </p:nvSpPr>
        <p:spPr>
          <a:xfrm>
            <a:off x="465512" y="6459787"/>
            <a:ext cx="26184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140" name="Google Shape;140;g138a1e40217_0_124"/>
          <p:cNvSpPr txBox="1">
            <a:spLocks noGrp="1"/>
          </p:cNvSpPr>
          <p:nvPr>
            <p:ph type="ftr" idx="11"/>
          </p:nvPr>
        </p:nvSpPr>
        <p:spPr>
          <a:xfrm>
            <a:off x="4800600" y="6459787"/>
            <a:ext cx="4648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141" name="Google Shape;141;g138a1e40217_0_124"/>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3F3F3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3F3F3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3F3F3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3F3F3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3F3F3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3F3F3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3F3F3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3F3F3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3F3F3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0773832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Imagen con título">
    <p:spTree>
      <p:nvGrpSpPr>
        <p:cNvPr id="1" name="Shape 142"/>
        <p:cNvGrpSpPr/>
        <p:nvPr/>
      </p:nvGrpSpPr>
      <p:grpSpPr>
        <a:xfrm>
          <a:off x="0" y="0"/>
          <a:ext cx="0" cy="0"/>
          <a:chOff x="0" y="0"/>
          <a:chExt cx="0" cy="0"/>
        </a:xfrm>
      </p:grpSpPr>
      <p:sp>
        <p:nvSpPr>
          <p:cNvPr id="143" name="Google Shape;143;g138a1e40217_0_133"/>
          <p:cNvSpPr/>
          <p:nvPr/>
        </p:nvSpPr>
        <p:spPr>
          <a:xfrm>
            <a:off x="1" y="4953000"/>
            <a:ext cx="12188700" cy="19050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144" name="Google Shape;144;g138a1e40217_0_133"/>
          <p:cNvSpPr/>
          <p:nvPr/>
        </p:nvSpPr>
        <p:spPr>
          <a:xfrm>
            <a:off x="16" y="4915076"/>
            <a:ext cx="12188700" cy="63900"/>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145" name="Google Shape;145;g138a1e40217_0_133"/>
          <p:cNvSpPr txBox="1">
            <a:spLocks noGrp="1"/>
          </p:cNvSpPr>
          <p:nvPr>
            <p:ph type="title"/>
          </p:nvPr>
        </p:nvSpPr>
        <p:spPr>
          <a:xfrm>
            <a:off x="1097281" y="5074920"/>
            <a:ext cx="10113600" cy="82290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586"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46" name="Google Shape;146;g138a1e40217_0_133"/>
          <p:cNvSpPr>
            <a:spLocks noGrp="1"/>
          </p:cNvSpPr>
          <p:nvPr>
            <p:ph type="pic" idx="2"/>
          </p:nvPr>
        </p:nvSpPr>
        <p:spPr>
          <a:xfrm>
            <a:off x="16" y="0"/>
            <a:ext cx="12192000" cy="4915200"/>
          </a:xfrm>
          <a:prstGeom prst="rect">
            <a:avLst/>
          </a:prstGeom>
          <a:solidFill>
            <a:srgbClr val="C6D1DD"/>
          </a:solidFill>
          <a:ln>
            <a:noFill/>
          </a:ln>
        </p:spPr>
      </p:sp>
      <p:sp>
        <p:nvSpPr>
          <p:cNvPr id="147" name="Google Shape;147;g138a1e40217_0_133"/>
          <p:cNvSpPr txBox="1">
            <a:spLocks noGrp="1"/>
          </p:cNvSpPr>
          <p:nvPr>
            <p:ph type="body" idx="1"/>
          </p:nvPr>
        </p:nvSpPr>
        <p:spPr>
          <a:xfrm>
            <a:off x="1097280" y="5907024"/>
            <a:ext cx="10113300" cy="59430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494">
                <a:solidFill>
                  <a:srgbClr val="FFFFFF"/>
                </a:solidFill>
              </a:defRPr>
            </a:lvl1pPr>
            <a:lvl2pPr marL="914400" lvl="1" indent="-228600" algn="l">
              <a:lnSpc>
                <a:spcPct val="90000"/>
              </a:lnSpc>
              <a:spcBef>
                <a:spcPts val="598"/>
              </a:spcBef>
              <a:spcAft>
                <a:spcPts val="0"/>
              </a:spcAft>
              <a:buSzPts val="1200"/>
              <a:buNone/>
              <a:defRPr sz="1195"/>
            </a:lvl2pPr>
            <a:lvl3pPr marL="1371600" lvl="2" indent="-228600" algn="l">
              <a:lnSpc>
                <a:spcPct val="90000"/>
              </a:lnSpc>
              <a:spcBef>
                <a:spcPts val="398"/>
              </a:spcBef>
              <a:spcAft>
                <a:spcPts val="0"/>
              </a:spcAft>
              <a:buSzPts val="1000"/>
              <a:buNone/>
              <a:defRPr sz="996"/>
            </a:lvl3pPr>
            <a:lvl4pPr marL="1828800" lvl="3" indent="-228600" algn="l">
              <a:lnSpc>
                <a:spcPct val="90000"/>
              </a:lnSpc>
              <a:spcBef>
                <a:spcPts val="398"/>
              </a:spcBef>
              <a:spcAft>
                <a:spcPts val="0"/>
              </a:spcAft>
              <a:buSzPts val="900"/>
              <a:buNone/>
              <a:defRPr sz="896"/>
            </a:lvl4pPr>
            <a:lvl5pPr marL="2286000" lvl="4" indent="-228600" algn="l">
              <a:lnSpc>
                <a:spcPct val="90000"/>
              </a:lnSpc>
              <a:spcBef>
                <a:spcPts val="398"/>
              </a:spcBef>
              <a:spcAft>
                <a:spcPts val="0"/>
              </a:spcAft>
              <a:buSzPts val="900"/>
              <a:buNone/>
              <a:defRPr sz="896"/>
            </a:lvl5pPr>
            <a:lvl6pPr marL="2743200" lvl="5" indent="-228600" algn="l">
              <a:lnSpc>
                <a:spcPct val="90000"/>
              </a:lnSpc>
              <a:spcBef>
                <a:spcPts val="398"/>
              </a:spcBef>
              <a:spcAft>
                <a:spcPts val="0"/>
              </a:spcAft>
              <a:buSzPts val="900"/>
              <a:buNone/>
              <a:defRPr sz="896"/>
            </a:lvl6pPr>
            <a:lvl7pPr marL="3200400" lvl="6" indent="-228600" algn="l">
              <a:lnSpc>
                <a:spcPct val="90000"/>
              </a:lnSpc>
              <a:spcBef>
                <a:spcPts val="398"/>
              </a:spcBef>
              <a:spcAft>
                <a:spcPts val="0"/>
              </a:spcAft>
              <a:buSzPts val="900"/>
              <a:buNone/>
              <a:defRPr sz="896"/>
            </a:lvl7pPr>
            <a:lvl8pPr marL="3657600" lvl="7" indent="-228600" algn="l">
              <a:lnSpc>
                <a:spcPct val="90000"/>
              </a:lnSpc>
              <a:spcBef>
                <a:spcPts val="398"/>
              </a:spcBef>
              <a:spcAft>
                <a:spcPts val="0"/>
              </a:spcAft>
              <a:buSzPts val="900"/>
              <a:buNone/>
              <a:defRPr sz="896"/>
            </a:lvl8pPr>
            <a:lvl9pPr marL="4114800" lvl="8" indent="-228600" algn="l">
              <a:lnSpc>
                <a:spcPct val="90000"/>
              </a:lnSpc>
              <a:spcBef>
                <a:spcPts val="398"/>
              </a:spcBef>
              <a:spcAft>
                <a:spcPts val="398"/>
              </a:spcAft>
              <a:buSzPts val="900"/>
              <a:buNone/>
              <a:defRPr sz="896"/>
            </a:lvl9pPr>
          </a:lstStyle>
          <a:p>
            <a:pPr lvl="0"/>
            <a:r>
              <a:rPr lang="es-ES"/>
              <a:t>Haga clic para modificar los estilos de texto del patrón</a:t>
            </a:r>
          </a:p>
        </p:txBody>
      </p:sp>
      <p:sp>
        <p:nvSpPr>
          <p:cNvPr id="148" name="Google Shape;148;g138a1e40217_0_133"/>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149" name="Google Shape;149;g138a1e40217_0_133"/>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150" name="Google Shape;150;g138a1e40217_0_133"/>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7047456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ítulo y texto vertical" type="vertTx">
  <p:cSld name="Título y texto vertical">
    <p:spTree>
      <p:nvGrpSpPr>
        <p:cNvPr id="1" name="Shape 151"/>
        <p:cNvGrpSpPr/>
        <p:nvPr/>
      </p:nvGrpSpPr>
      <p:grpSpPr>
        <a:xfrm>
          <a:off x="0" y="0"/>
          <a:ext cx="0" cy="0"/>
          <a:chOff x="0" y="0"/>
          <a:chExt cx="0" cy="0"/>
        </a:xfrm>
      </p:grpSpPr>
      <p:sp>
        <p:nvSpPr>
          <p:cNvPr id="152" name="Google Shape;152;g138a1e40217_0_142"/>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53" name="Google Shape;153;g138a1e40217_0_142"/>
          <p:cNvSpPr txBox="1">
            <a:spLocks noGrp="1"/>
          </p:cNvSpPr>
          <p:nvPr>
            <p:ph type="body" idx="1"/>
          </p:nvPr>
        </p:nvSpPr>
        <p:spPr>
          <a:xfrm rot="5400000">
            <a:off x="4114829" y="-1171815"/>
            <a:ext cx="402330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154" name="Google Shape;154;g138a1e40217_0_142"/>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155" name="Google Shape;155;g138a1e40217_0_142"/>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156" name="Google Shape;156;g138a1e40217_0_142"/>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234372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Título vertical y texto">
    <p:spTree>
      <p:nvGrpSpPr>
        <p:cNvPr id="1" name="Shape 157"/>
        <p:cNvGrpSpPr/>
        <p:nvPr/>
      </p:nvGrpSpPr>
      <p:grpSpPr>
        <a:xfrm>
          <a:off x="0" y="0"/>
          <a:ext cx="0" cy="0"/>
          <a:chOff x="0" y="0"/>
          <a:chExt cx="0" cy="0"/>
        </a:xfrm>
      </p:grpSpPr>
      <p:sp>
        <p:nvSpPr>
          <p:cNvPr id="158" name="Google Shape;158;g138a1e40217_0_148"/>
          <p:cNvSpPr/>
          <p:nvPr/>
        </p:nvSpPr>
        <p:spPr>
          <a:xfrm>
            <a:off x="3176" y="6400800"/>
            <a:ext cx="12188700" cy="4572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159" name="Google Shape;159;g138a1e40217_0_148"/>
          <p:cNvSpPr/>
          <p:nvPr/>
        </p:nvSpPr>
        <p:spPr>
          <a:xfrm>
            <a:off x="16" y="6334316"/>
            <a:ext cx="12188700" cy="63900"/>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160" name="Google Shape;160;g138a1e40217_0_148"/>
          <p:cNvSpPr txBox="1">
            <a:spLocks noGrp="1"/>
          </p:cNvSpPr>
          <p:nvPr>
            <p:ph type="title"/>
          </p:nvPr>
        </p:nvSpPr>
        <p:spPr>
          <a:xfrm rot="5400000">
            <a:off x="7159350" y="1977852"/>
            <a:ext cx="5760000"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61" name="Google Shape;161;g138a1e40217_0_148"/>
          <p:cNvSpPr txBox="1">
            <a:spLocks noGrp="1"/>
          </p:cNvSpPr>
          <p:nvPr>
            <p:ph type="body" idx="1"/>
          </p:nvPr>
        </p:nvSpPr>
        <p:spPr>
          <a:xfrm rot="5400000">
            <a:off x="1825351" y="-574847"/>
            <a:ext cx="5760000"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162" name="Google Shape;162;g138a1e40217_0_148"/>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163" name="Google Shape;163;g138a1e40217_0_148"/>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164" name="Google Shape;164;g138a1e40217_0_148"/>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6757373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Encabezado de Seccion ">
  <p:cSld name="Encabezado de Seccion ">
    <p:spTree>
      <p:nvGrpSpPr>
        <p:cNvPr id="1" name="Shape 165"/>
        <p:cNvGrpSpPr/>
        <p:nvPr/>
      </p:nvGrpSpPr>
      <p:grpSpPr>
        <a:xfrm>
          <a:off x="0" y="0"/>
          <a:ext cx="0" cy="0"/>
          <a:chOff x="0" y="0"/>
          <a:chExt cx="0" cy="0"/>
        </a:xfrm>
      </p:grpSpPr>
      <p:sp>
        <p:nvSpPr>
          <p:cNvPr id="166" name="Google Shape;166;g138a1e40217_0_156"/>
          <p:cNvSpPr txBox="1">
            <a:spLocks noGrp="1"/>
          </p:cNvSpPr>
          <p:nvPr>
            <p:ph type="title"/>
          </p:nvPr>
        </p:nvSpPr>
        <p:spPr>
          <a:xfrm>
            <a:off x="551384" y="2051019"/>
            <a:ext cx="10780800" cy="613200"/>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C00000"/>
              </a:buClr>
              <a:buSzPts val="5400"/>
              <a:buFont typeface="Calibri"/>
              <a:buNone/>
              <a:defRPr sz="5378"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67" name="Google Shape;167;g138a1e40217_0_156"/>
          <p:cNvSpPr txBox="1">
            <a:spLocks noGrp="1"/>
          </p:cNvSpPr>
          <p:nvPr>
            <p:ph type="body" idx="1"/>
          </p:nvPr>
        </p:nvSpPr>
        <p:spPr>
          <a:xfrm>
            <a:off x="551384" y="4359587"/>
            <a:ext cx="9229200"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195"/>
              </a:spcBef>
              <a:spcAft>
                <a:spcPts val="0"/>
              </a:spcAft>
              <a:buSzPts val="1800"/>
              <a:buNone/>
              <a:defRPr sz="1793">
                <a:solidFill>
                  <a:srgbClr val="C00000"/>
                </a:solidFill>
              </a:defRPr>
            </a:lvl1pPr>
            <a:lvl2pPr marL="914400" lvl="1" indent="-228600" algn="l">
              <a:lnSpc>
                <a:spcPct val="90000"/>
              </a:lnSpc>
              <a:spcBef>
                <a:spcPts val="199"/>
              </a:spcBef>
              <a:spcAft>
                <a:spcPts val="0"/>
              </a:spcAft>
              <a:buSzPts val="900"/>
              <a:buNone/>
              <a:defRPr sz="896"/>
            </a:lvl2pPr>
            <a:lvl3pPr marL="1371600" lvl="2" indent="-228600" algn="l">
              <a:lnSpc>
                <a:spcPct val="90000"/>
              </a:lnSpc>
              <a:spcBef>
                <a:spcPts val="398"/>
              </a:spcBef>
              <a:spcAft>
                <a:spcPts val="0"/>
              </a:spcAft>
              <a:buSzPts val="750"/>
              <a:buNone/>
              <a:defRPr sz="747"/>
            </a:lvl3pPr>
            <a:lvl4pPr marL="1828800" lvl="3" indent="-228600" algn="l">
              <a:lnSpc>
                <a:spcPct val="90000"/>
              </a:lnSpc>
              <a:spcBef>
                <a:spcPts val="398"/>
              </a:spcBef>
              <a:spcAft>
                <a:spcPts val="0"/>
              </a:spcAft>
              <a:buSzPts val="675"/>
              <a:buNone/>
              <a:defRPr sz="672"/>
            </a:lvl4pPr>
            <a:lvl5pPr marL="2286000" lvl="4" indent="-228600" algn="l">
              <a:lnSpc>
                <a:spcPct val="90000"/>
              </a:lnSpc>
              <a:spcBef>
                <a:spcPts val="398"/>
              </a:spcBef>
              <a:spcAft>
                <a:spcPts val="0"/>
              </a:spcAft>
              <a:buSzPts val="675"/>
              <a:buNone/>
              <a:defRPr sz="672"/>
            </a:lvl5pPr>
            <a:lvl6pPr marL="2743200" lvl="5" indent="-228600" algn="l">
              <a:lnSpc>
                <a:spcPct val="90000"/>
              </a:lnSpc>
              <a:spcBef>
                <a:spcPts val="398"/>
              </a:spcBef>
              <a:spcAft>
                <a:spcPts val="0"/>
              </a:spcAft>
              <a:buSzPts val="675"/>
              <a:buNone/>
              <a:defRPr sz="672"/>
            </a:lvl6pPr>
            <a:lvl7pPr marL="3200400" lvl="6" indent="-228600" algn="l">
              <a:lnSpc>
                <a:spcPct val="90000"/>
              </a:lnSpc>
              <a:spcBef>
                <a:spcPts val="398"/>
              </a:spcBef>
              <a:spcAft>
                <a:spcPts val="0"/>
              </a:spcAft>
              <a:buSzPts val="675"/>
              <a:buNone/>
              <a:defRPr sz="672"/>
            </a:lvl7pPr>
            <a:lvl8pPr marL="3657600" lvl="7" indent="-228600" algn="l">
              <a:lnSpc>
                <a:spcPct val="90000"/>
              </a:lnSpc>
              <a:spcBef>
                <a:spcPts val="398"/>
              </a:spcBef>
              <a:spcAft>
                <a:spcPts val="0"/>
              </a:spcAft>
              <a:buSzPts val="675"/>
              <a:buNone/>
              <a:defRPr sz="672"/>
            </a:lvl8pPr>
            <a:lvl9pPr marL="4114800" lvl="8" indent="-228600" algn="l">
              <a:lnSpc>
                <a:spcPct val="90000"/>
              </a:lnSpc>
              <a:spcBef>
                <a:spcPts val="398"/>
              </a:spcBef>
              <a:spcAft>
                <a:spcPts val="398"/>
              </a:spcAft>
              <a:buSzPts val="675"/>
              <a:buNone/>
              <a:defRPr sz="672"/>
            </a:lvl9pPr>
          </a:lstStyle>
          <a:p>
            <a:pPr lvl="0"/>
            <a:r>
              <a:rPr lang="es-ES"/>
              <a:t>Haga clic para modificar los estilos de texto del patrón</a:t>
            </a:r>
          </a:p>
        </p:txBody>
      </p:sp>
      <p:sp>
        <p:nvSpPr>
          <p:cNvPr id="168" name="Google Shape;168;g138a1e40217_0_156"/>
          <p:cNvSpPr txBox="1">
            <a:spLocks noGrp="1"/>
          </p:cNvSpPr>
          <p:nvPr>
            <p:ph type="dt" idx="10"/>
          </p:nvPr>
        </p:nvSpPr>
        <p:spPr>
          <a:xfrm>
            <a:off x="3211248" y="6481096"/>
            <a:ext cx="4114800" cy="2286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169" name="Google Shape;169;g138a1e40217_0_156"/>
          <p:cNvSpPr txBox="1">
            <a:spLocks noGrp="1"/>
          </p:cNvSpPr>
          <p:nvPr>
            <p:ph type="ftr" idx="11"/>
          </p:nvPr>
        </p:nvSpPr>
        <p:spPr>
          <a:xfrm>
            <a:off x="685800" y="6481102"/>
            <a:ext cx="2817900" cy="376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170" name="Google Shape;170;g138a1e40217_0_156"/>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758085"/>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4233299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Dos objetos">
  <p:cSld name="1_Dos objetos">
    <p:spTree>
      <p:nvGrpSpPr>
        <p:cNvPr id="1" name="Shape 171"/>
        <p:cNvGrpSpPr/>
        <p:nvPr/>
      </p:nvGrpSpPr>
      <p:grpSpPr>
        <a:xfrm>
          <a:off x="0" y="0"/>
          <a:ext cx="0" cy="0"/>
          <a:chOff x="0" y="0"/>
          <a:chExt cx="0" cy="0"/>
        </a:xfrm>
      </p:grpSpPr>
      <p:sp>
        <p:nvSpPr>
          <p:cNvPr id="172" name="Google Shape;172;g138a1e40217_0_162"/>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3000"/>
              <a:buFont typeface="Calibri"/>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73" name="Google Shape;173;g138a1e40217_0_162"/>
          <p:cNvSpPr txBox="1">
            <a:spLocks noGrp="1"/>
          </p:cNvSpPr>
          <p:nvPr>
            <p:ph type="body" idx="1"/>
          </p:nvPr>
        </p:nvSpPr>
        <p:spPr>
          <a:xfrm>
            <a:off x="676656" y="1998134"/>
            <a:ext cx="4663500" cy="37674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Clr>
                <a:srgbClr val="C00000"/>
              </a:buClr>
              <a:buSzPts val="1800"/>
              <a:buFont typeface="Arial"/>
              <a:buChar char="»"/>
              <a:defRPr sz="1793"/>
            </a:lvl1pPr>
            <a:lvl2pPr marL="914400" lvl="1" indent="-323850" algn="l">
              <a:lnSpc>
                <a:spcPct val="90000"/>
              </a:lnSpc>
              <a:spcBef>
                <a:spcPts val="199"/>
              </a:spcBef>
              <a:spcAft>
                <a:spcPts val="0"/>
              </a:spcAft>
              <a:buClr>
                <a:srgbClr val="C00000"/>
              </a:buClr>
              <a:buSzPts val="1500"/>
              <a:buFont typeface="Arial"/>
              <a:buChar char=" "/>
              <a:defRPr sz="1494"/>
            </a:lvl2pPr>
            <a:lvl3pPr marL="1371600" lvl="2" indent="-314325" algn="l">
              <a:lnSpc>
                <a:spcPct val="90000"/>
              </a:lnSpc>
              <a:spcBef>
                <a:spcPts val="398"/>
              </a:spcBef>
              <a:spcAft>
                <a:spcPts val="0"/>
              </a:spcAft>
              <a:buClr>
                <a:srgbClr val="C00000"/>
              </a:buClr>
              <a:buSzPts val="1350"/>
              <a:buFont typeface="Arial"/>
              <a:buChar char=" "/>
              <a:defRPr sz="1345"/>
            </a:lvl3pPr>
            <a:lvl4pPr marL="1828800" lvl="3" indent="-304800" algn="l">
              <a:lnSpc>
                <a:spcPct val="90000"/>
              </a:lnSpc>
              <a:spcBef>
                <a:spcPts val="398"/>
              </a:spcBef>
              <a:spcAft>
                <a:spcPts val="0"/>
              </a:spcAft>
              <a:buClr>
                <a:srgbClr val="C00000"/>
              </a:buClr>
              <a:buSzPts val="1200"/>
              <a:buFont typeface="Arial"/>
              <a:buChar char=" "/>
              <a:defRPr sz="1195"/>
            </a:lvl4pPr>
            <a:lvl5pPr marL="2286000" lvl="4" indent="-304800" algn="l">
              <a:lnSpc>
                <a:spcPct val="90000"/>
              </a:lnSpc>
              <a:spcBef>
                <a:spcPts val="398"/>
              </a:spcBef>
              <a:spcAft>
                <a:spcPts val="0"/>
              </a:spcAft>
              <a:buClr>
                <a:srgbClr val="C00000"/>
              </a:buClr>
              <a:buSzPts val="1200"/>
              <a:buFont typeface="Arial"/>
              <a:buChar char=" "/>
              <a:defRPr sz="1195"/>
            </a:lvl5pPr>
            <a:lvl6pPr marL="2743200" lvl="5" indent="-304800" algn="l">
              <a:lnSpc>
                <a:spcPct val="90000"/>
              </a:lnSpc>
              <a:spcBef>
                <a:spcPts val="398"/>
              </a:spcBef>
              <a:spcAft>
                <a:spcPts val="0"/>
              </a:spcAft>
              <a:buSzPts val="1200"/>
              <a:buChar char="◦"/>
              <a:defRPr sz="1195"/>
            </a:lvl6pPr>
            <a:lvl7pPr marL="3200400" lvl="6" indent="-304800" algn="l">
              <a:lnSpc>
                <a:spcPct val="90000"/>
              </a:lnSpc>
              <a:spcBef>
                <a:spcPts val="398"/>
              </a:spcBef>
              <a:spcAft>
                <a:spcPts val="0"/>
              </a:spcAft>
              <a:buSzPts val="1200"/>
              <a:buChar char="◦"/>
              <a:defRPr sz="1195"/>
            </a:lvl7pPr>
            <a:lvl8pPr marL="3657600" lvl="7" indent="-304800" algn="l">
              <a:lnSpc>
                <a:spcPct val="90000"/>
              </a:lnSpc>
              <a:spcBef>
                <a:spcPts val="398"/>
              </a:spcBef>
              <a:spcAft>
                <a:spcPts val="0"/>
              </a:spcAft>
              <a:buSzPts val="1200"/>
              <a:buChar char="◦"/>
              <a:defRPr sz="1195"/>
            </a:lvl8pPr>
            <a:lvl9pPr marL="4114800" lvl="8" indent="-304800" algn="l">
              <a:lnSpc>
                <a:spcPct val="90000"/>
              </a:lnSpc>
              <a:spcBef>
                <a:spcPts val="398"/>
              </a:spcBef>
              <a:spcAft>
                <a:spcPts val="398"/>
              </a:spcAft>
              <a:buSzPts val="1200"/>
              <a:buChar char="◦"/>
              <a:defRPr sz="1195"/>
            </a:lvl9pPr>
          </a:lstStyle>
          <a:p>
            <a:pPr lvl="0"/>
            <a:r>
              <a:rPr lang="es-ES"/>
              <a:t>Haga clic para modificar los estilos de texto del patrón</a:t>
            </a:r>
          </a:p>
        </p:txBody>
      </p:sp>
      <p:sp>
        <p:nvSpPr>
          <p:cNvPr id="174" name="Google Shape;174;g138a1e40217_0_162"/>
          <p:cNvSpPr txBox="1">
            <a:spLocks noGrp="1"/>
          </p:cNvSpPr>
          <p:nvPr>
            <p:ph type="body" idx="2"/>
          </p:nvPr>
        </p:nvSpPr>
        <p:spPr>
          <a:xfrm>
            <a:off x="6011331" y="1998134"/>
            <a:ext cx="4663500" cy="37674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Clr>
                <a:srgbClr val="C00000"/>
              </a:buClr>
              <a:buSzPts val="1800"/>
              <a:buFont typeface="Arial"/>
              <a:buChar char="»"/>
              <a:defRPr sz="1793"/>
            </a:lvl1pPr>
            <a:lvl2pPr marL="914400" lvl="1" indent="-323850" algn="l">
              <a:lnSpc>
                <a:spcPct val="90000"/>
              </a:lnSpc>
              <a:spcBef>
                <a:spcPts val="199"/>
              </a:spcBef>
              <a:spcAft>
                <a:spcPts val="0"/>
              </a:spcAft>
              <a:buClr>
                <a:srgbClr val="C00000"/>
              </a:buClr>
              <a:buSzPts val="1500"/>
              <a:buFont typeface="Arial"/>
              <a:buChar char=" "/>
              <a:defRPr sz="1494"/>
            </a:lvl2pPr>
            <a:lvl3pPr marL="1371600" lvl="2" indent="-314325" algn="l">
              <a:lnSpc>
                <a:spcPct val="90000"/>
              </a:lnSpc>
              <a:spcBef>
                <a:spcPts val="398"/>
              </a:spcBef>
              <a:spcAft>
                <a:spcPts val="0"/>
              </a:spcAft>
              <a:buClr>
                <a:srgbClr val="C00000"/>
              </a:buClr>
              <a:buSzPts val="1350"/>
              <a:buFont typeface="Arial"/>
              <a:buChar char=" "/>
              <a:defRPr sz="1345"/>
            </a:lvl3pPr>
            <a:lvl4pPr marL="1828800" lvl="3" indent="-304800" algn="l">
              <a:lnSpc>
                <a:spcPct val="90000"/>
              </a:lnSpc>
              <a:spcBef>
                <a:spcPts val="398"/>
              </a:spcBef>
              <a:spcAft>
                <a:spcPts val="0"/>
              </a:spcAft>
              <a:buClr>
                <a:srgbClr val="C00000"/>
              </a:buClr>
              <a:buSzPts val="1200"/>
              <a:buFont typeface="Arial"/>
              <a:buChar char=" "/>
              <a:defRPr sz="1195"/>
            </a:lvl4pPr>
            <a:lvl5pPr marL="2286000" lvl="4" indent="-304800" algn="l">
              <a:lnSpc>
                <a:spcPct val="90000"/>
              </a:lnSpc>
              <a:spcBef>
                <a:spcPts val="398"/>
              </a:spcBef>
              <a:spcAft>
                <a:spcPts val="0"/>
              </a:spcAft>
              <a:buClr>
                <a:srgbClr val="C00000"/>
              </a:buClr>
              <a:buSzPts val="1200"/>
              <a:buFont typeface="Arial"/>
              <a:buChar char=" "/>
              <a:defRPr sz="1195"/>
            </a:lvl5pPr>
            <a:lvl6pPr marL="2743200" lvl="5" indent="-304800" algn="l">
              <a:lnSpc>
                <a:spcPct val="90000"/>
              </a:lnSpc>
              <a:spcBef>
                <a:spcPts val="398"/>
              </a:spcBef>
              <a:spcAft>
                <a:spcPts val="0"/>
              </a:spcAft>
              <a:buSzPts val="1200"/>
              <a:buChar char="◦"/>
              <a:defRPr sz="1195"/>
            </a:lvl6pPr>
            <a:lvl7pPr marL="3200400" lvl="6" indent="-304800" algn="l">
              <a:lnSpc>
                <a:spcPct val="90000"/>
              </a:lnSpc>
              <a:spcBef>
                <a:spcPts val="398"/>
              </a:spcBef>
              <a:spcAft>
                <a:spcPts val="0"/>
              </a:spcAft>
              <a:buSzPts val="1200"/>
              <a:buChar char="◦"/>
              <a:defRPr sz="1195"/>
            </a:lvl7pPr>
            <a:lvl8pPr marL="3657600" lvl="7" indent="-304800" algn="l">
              <a:lnSpc>
                <a:spcPct val="90000"/>
              </a:lnSpc>
              <a:spcBef>
                <a:spcPts val="398"/>
              </a:spcBef>
              <a:spcAft>
                <a:spcPts val="0"/>
              </a:spcAft>
              <a:buSzPts val="1200"/>
              <a:buChar char="◦"/>
              <a:defRPr sz="1195"/>
            </a:lvl8pPr>
            <a:lvl9pPr marL="4114800" lvl="8" indent="-304800" algn="l">
              <a:lnSpc>
                <a:spcPct val="90000"/>
              </a:lnSpc>
              <a:spcBef>
                <a:spcPts val="398"/>
              </a:spcBef>
              <a:spcAft>
                <a:spcPts val="398"/>
              </a:spcAft>
              <a:buSzPts val="1200"/>
              <a:buChar char="◦"/>
              <a:defRPr sz="1195"/>
            </a:lvl9pPr>
          </a:lstStyle>
          <a:p>
            <a:pPr lvl="0"/>
            <a:r>
              <a:rPr lang="es-ES"/>
              <a:t>Haga clic para modificar los estilos de texto del patrón</a:t>
            </a:r>
          </a:p>
        </p:txBody>
      </p:sp>
      <p:sp>
        <p:nvSpPr>
          <p:cNvPr id="175" name="Google Shape;175;g138a1e40217_0_162"/>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176" name="Google Shape;176;g138a1e40217_0_162"/>
          <p:cNvSpPr txBox="1">
            <a:spLocks noGrp="1"/>
          </p:cNvSpPr>
          <p:nvPr>
            <p:ph type="body" idx="3"/>
          </p:nvPr>
        </p:nvSpPr>
        <p:spPr>
          <a:xfrm>
            <a:off x="5951986" y="6509540"/>
            <a:ext cx="2162400" cy="305400"/>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0"/>
              </a:spcBef>
              <a:spcAft>
                <a:spcPts val="0"/>
              </a:spcAft>
              <a:buSzPts val="825"/>
              <a:buNone/>
              <a:defRPr sz="822" b="0" i="0">
                <a:solidFill>
                  <a:srgbClr val="888888"/>
                </a:solidFill>
                <a:latin typeface="Arial"/>
                <a:ea typeface="Arial"/>
                <a:cs typeface="Arial"/>
                <a:sym typeface="Arial"/>
              </a:defRPr>
            </a:lvl1pPr>
            <a:lvl2pPr marL="914400" lvl="1" indent="-228600" algn="l">
              <a:lnSpc>
                <a:spcPct val="90000"/>
              </a:lnSpc>
              <a:spcBef>
                <a:spcPts val="199"/>
              </a:spcBef>
              <a:spcAft>
                <a:spcPts val="0"/>
              </a:spcAft>
              <a:buSzPts val="1050"/>
              <a:buNone/>
              <a:defRPr sz="1046"/>
            </a:lvl2pPr>
            <a:lvl3pPr marL="1371600" lvl="2" indent="-228600" algn="l">
              <a:lnSpc>
                <a:spcPct val="90000"/>
              </a:lnSpc>
              <a:spcBef>
                <a:spcPts val="398"/>
              </a:spcBef>
              <a:spcAft>
                <a:spcPts val="0"/>
              </a:spcAft>
              <a:buSzPts val="1050"/>
              <a:buNone/>
              <a:defRPr sz="1046"/>
            </a:lvl3pPr>
            <a:lvl4pPr marL="1828800" lvl="3" indent="-228600" algn="l">
              <a:lnSpc>
                <a:spcPct val="90000"/>
              </a:lnSpc>
              <a:spcBef>
                <a:spcPts val="398"/>
              </a:spcBef>
              <a:spcAft>
                <a:spcPts val="0"/>
              </a:spcAft>
              <a:buSzPts val="1050"/>
              <a:buNone/>
              <a:defRPr sz="1046"/>
            </a:lvl4pPr>
            <a:lvl5pPr marL="2286000" lvl="4" indent="-228600" algn="l">
              <a:lnSpc>
                <a:spcPct val="90000"/>
              </a:lnSpc>
              <a:spcBef>
                <a:spcPts val="398"/>
              </a:spcBef>
              <a:spcAft>
                <a:spcPts val="0"/>
              </a:spcAft>
              <a:buSzPts val="1050"/>
              <a:buNone/>
              <a:defRPr sz="1046"/>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pPr lvl="0"/>
            <a:r>
              <a:rPr lang="es-ES"/>
              <a:t>Haga clic para modificar los estilos de texto del patrón</a:t>
            </a:r>
          </a:p>
        </p:txBody>
      </p:sp>
      <p:sp>
        <p:nvSpPr>
          <p:cNvPr id="177" name="Google Shape;177;g138a1e40217_0_162"/>
          <p:cNvSpPr txBox="1">
            <a:spLocks noGrp="1"/>
          </p:cNvSpPr>
          <p:nvPr>
            <p:ph type="dt" idx="10"/>
          </p:nvPr>
        </p:nvSpPr>
        <p:spPr>
          <a:xfrm>
            <a:off x="2898949" y="6511630"/>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178" name="Google Shape;178;g138a1e40217_0_162"/>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Tree>
    <p:extLst>
      <p:ext uri="{BB962C8B-B14F-4D97-AF65-F5344CB8AC3E}">
        <p14:creationId xmlns:p14="http://schemas.microsoft.com/office/powerpoint/2010/main" val="214068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Normal con fuente ">
  <p:cSld name="3_Normal con fuente ">
    <p:bg>
      <p:bgPr>
        <a:solidFill>
          <a:schemeClr val="lt1"/>
        </a:solidFill>
        <a:effectLst/>
      </p:bgPr>
    </p:bg>
    <p:spTree>
      <p:nvGrpSpPr>
        <p:cNvPr id="1" name="Shape 179"/>
        <p:cNvGrpSpPr/>
        <p:nvPr/>
      </p:nvGrpSpPr>
      <p:grpSpPr>
        <a:xfrm>
          <a:off x="0" y="0"/>
          <a:ext cx="0" cy="0"/>
          <a:chOff x="0" y="0"/>
          <a:chExt cx="0" cy="0"/>
        </a:xfrm>
      </p:grpSpPr>
      <p:sp>
        <p:nvSpPr>
          <p:cNvPr id="180" name="Google Shape;180;g138a1e40217_0_170"/>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81" name="Google Shape;181;g138a1e40217_0_170"/>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
        <p:nvSpPr>
          <p:cNvPr id="182" name="Google Shape;182;g138a1e40217_0_17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183" name="Google Shape;183;g138a1e40217_0_170"/>
          <p:cNvSpPr txBox="1">
            <a:spLocks noGrp="1"/>
          </p:cNvSpPr>
          <p:nvPr>
            <p:ph type="body" idx="1"/>
          </p:nvPr>
        </p:nvSpPr>
        <p:spPr>
          <a:xfrm>
            <a:off x="623392" y="1902581"/>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pPr lvl="0"/>
            <a:r>
              <a:rPr lang="es-ES"/>
              <a:t>Haga clic para modificar los estilos de texto del patrón</a:t>
            </a:r>
          </a:p>
        </p:txBody>
      </p:sp>
      <p:cxnSp>
        <p:nvCxnSpPr>
          <p:cNvPr id="184" name="Google Shape;184;g138a1e40217_0_17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
        <p:nvSpPr>
          <p:cNvPr id="185" name="Google Shape;185;g138a1e40217_0_170"/>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6" name="Google Shape;186;g138a1e40217_0_170"/>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endParaRPr/>
          </a:p>
        </p:txBody>
      </p:sp>
      <p:sp>
        <p:nvSpPr>
          <p:cNvPr id="187" name="Google Shape;187;g138a1e40217_0_17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188" name="Google Shape;188;g138a1e40217_0_17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Tree>
    <p:extLst>
      <p:ext uri="{BB962C8B-B14F-4D97-AF65-F5344CB8AC3E}">
        <p14:creationId xmlns:p14="http://schemas.microsoft.com/office/powerpoint/2010/main" val="3771368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_Normal con fuente ">
  <p:cSld name="3_Normal con fuente ">
    <p:bg>
      <p:bgPr>
        <a:solidFill>
          <a:schemeClr val="lt1"/>
        </a:solidFill>
        <a:effectLst/>
      </p:bgPr>
    </p:bg>
    <p:spTree>
      <p:nvGrpSpPr>
        <p:cNvPr id="1" name="Shape 189"/>
        <p:cNvGrpSpPr/>
        <p:nvPr/>
      </p:nvGrpSpPr>
      <p:grpSpPr>
        <a:xfrm>
          <a:off x="0" y="0"/>
          <a:ext cx="0" cy="0"/>
          <a:chOff x="0" y="0"/>
          <a:chExt cx="0" cy="0"/>
        </a:xfrm>
      </p:grpSpPr>
      <p:sp>
        <p:nvSpPr>
          <p:cNvPr id="190" name="Google Shape;190;g138a1e40217_0_180"/>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191" name="Google Shape;191;g138a1e40217_0_180"/>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192" name="Google Shape;192;g138a1e40217_0_18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193" name="Google Shape;193;g138a1e40217_0_180"/>
          <p:cNvSpPr txBox="1">
            <a:spLocks noGrp="1"/>
          </p:cNvSpPr>
          <p:nvPr>
            <p:ph type="body" idx="1"/>
          </p:nvPr>
        </p:nvSpPr>
        <p:spPr>
          <a:xfrm>
            <a:off x="623392" y="1902581"/>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pPr lvl="0"/>
            <a:r>
              <a:rPr lang="es-ES"/>
              <a:t>Haga clic para modificar los estilos de texto del patrón</a:t>
            </a:r>
          </a:p>
        </p:txBody>
      </p:sp>
      <p:cxnSp>
        <p:nvCxnSpPr>
          <p:cNvPr id="194" name="Google Shape;194;g138a1e40217_0_18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
        <p:nvSpPr>
          <p:cNvPr id="195" name="Google Shape;195;g138a1e40217_0_180"/>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196" name="Google Shape;196;g138a1e40217_0_180"/>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197" name="Google Shape;197;g138a1e40217_0_18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198" name="Google Shape;198;g138a1e40217_0_18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Tree>
    <p:extLst>
      <p:ext uri="{BB962C8B-B14F-4D97-AF65-F5344CB8AC3E}">
        <p14:creationId xmlns:p14="http://schemas.microsoft.com/office/powerpoint/2010/main" val="24853051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4_Normal con fuente ">
  <p:cSld name="4_Normal con fuente ">
    <p:bg>
      <p:bgPr>
        <a:solidFill>
          <a:schemeClr val="lt1"/>
        </a:solidFill>
        <a:effectLst/>
      </p:bgPr>
    </p:bg>
    <p:spTree>
      <p:nvGrpSpPr>
        <p:cNvPr id="1" name="Shape 199"/>
        <p:cNvGrpSpPr/>
        <p:nvPr/>
      </p:nvGrpSpPr>
      <p:grpSpPr>
        <a:xfrm>
          <a:off x="0" y="0"/>
          <a:ext cx="0" cy="0"/>
          <a:chOff x="0" y="0"/>
          <a:chExt cx="0" cy="0"/>
        </a:xfrm>
      </p:grpSpPr>
      <p:sp>
        <p:nvSpPr>
          <p:cNvPr id="200" name="Google Shape;200;g138a1e40217_0_190"/>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201" name="Google Shape;201;g138a1e40217_0_190"/>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202" name="Google Shape;202;g138a1e40217_0_19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203" name="Google Shape;203;g138a1e40217_0_190"/>
          <p:cNvSpPr txBox="1">
            <a:spLocks noGrp="1"/>
          </p:cNvSpPr>
          <p:nvPr>
            <p:ph type="body" idx="1"/>
          </p:nvPr>
        </p:nvSpPr>
        <p:spPr>
          <a:xfrm>
            <a:off x="623392" y="1902581"/>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pPr lvl="0"/>
            <a:r>
              <a:rPr lang="es-ES"/>
              <a:t>Haga clic para modificar los estilos de texto del patrón</a:t>
            </a:r>
          </a:p>
        </p:txBody>
      </p:sp>
      <p:cxnSp>
        <p:nvCxnSpPr>
          <p:cNvPr id="204" name="Google Shape;204;g138a1e40217_0_19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
        <p:nvSpPr>
          <p:cNvPr id="205" name="Google Shape;205;g138a1e40217_0_190"/>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206" name="Google Shape;206;g138a1e40217_0_190"/>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207" name="Google Shape;207;g138a1e40217_0_19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208" name="Google Shape;208;g138a1e40217_0_19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Tree>
    <p:extLst>
      <p:ext uri="{BB962C8B-B14F-4D97-AF65-F5344CB8AC3E}">
        <p14:creationId xmlns:p14="http://schemas.microsoft.com/office/powerpoint/2010/main" val="15736848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_Normal con fuente ">
  <p:cSld name="5_Normal con fuente ">
    <p:bg>
      <p:bgPr>
        <a:solidFill>
          <a:schemeClr val="lt1"/>
        </a:solidFill>
        <a:effectLst/>
      </p:bgPr>
    </p:bg>
    <p:spTree>
      <p:nvGrpSpPr>
        <p:cNvPr id="1" name="Shape 209"/>
        <p:cNvGrpSpPr/>
        <p:nvPr/>
      </p:nvGrpSpPr>
      <p:grpSpPr>
        <a:xfrm>
          <a:off x="0" y="0"/>
          <a:ext cx="0" cy="0"/>
          <a:chOff x="0" y="0"/>
          <a:chExt cx="0" cy="0"/>
        </a:xfrm>
      </p:grpSpPr>
      <p:sp>
        <p:nvSpPr>
          <p:cNvPr id="210" name="Google Shape;210;g138a1e40217_0_200"/>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211" name="Google Shape;211;g138a1e40217_0_200"/>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212" name="Google Shape;212;g138a1e40217_0_20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213" name="Google Shape;213;g138a1e40217_0_200"/>
          <p:cNvSpPr txBox="1">
            <a:spLocks noGrp="1"/>
          </p:cNvSpPr>
          <p:nvPr>
            <p:ph type="body" idx="1"/>
          </p:nvPr>
        </p:nvSpPr>
        <p:spPr>
          <a:xfrm>
            <a:off x="623392" y="1902581"/>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pPr lvl="0"/>
            <a:r>
              <a:rPr lang="es-ES"/>
              <a:t>Haga clic para modificar los estilos de texto del patrón</a:t>
            </a:r>
          </a:p>
        </p:txBody>
      </p:sp>
      <p:cxnSp>
        <p:nvCxnSpPr>
          <p:cNvPr id="214" name="Google Shape;214;g138a1e40217_0_20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
        <p:nvSpPr>
          <p:cNvPr id="215" name="Google Shape;215;g138a1e40217_0_200"/>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216" name="Google Shape;216;g138a1e40217_0_200"/>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217" name="Google Shape;217;g138a1e40217_0_20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218" name="Google Shape;218;g138a1e40217_0_20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Tree>
    <p:extLst>
      <p:ext uri="{BB962C8B-B14F-4D97-AF65-F5344CB8AC3E}">
        <p14:creationId xmlns:p14="http://schemas.microsoft.com/office/powerpoint/2010/main" val="40260373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6_Normal con fuente ">
  <p:cSld name="6_Normal con fuente ">
    <p:bg>
      <p:bgPr>
        <a:solidFill>
          <a:schemeClr val="lt1"/>
        </a:solidFill>
        <a:effectLst/>
      </p:bgPr>
    </p:bg>
    <p:spTree>
      <p:nvGrpSpPr>
        <p:cNvPr id="1" name="Shape 219"/>
        <p:cNvGrpSpPr/>
        <p:nvPr/>
      </p:nvGrpSpPr>
      <p:grpSpPr>
        <a:xfrm>
          <a:off x="0" y="0"/>
          <a:ext cx="0" cy="0"/>
          <a:chOff x="0" y="0"/>
          <a:chExt cx="0" cy="0"/>
        </a:xfrm>
      </p:grpSpPr>
      <p:sp>
        <p:nvSpPr>
          <p:cNvPr id="220" name="Google Shape;220;g138a1e40217_0_210"/>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221" name="Google Shape;221;g138a1e40217_0_210"/>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222" name="Google Shape;222;g138a1e40217_0_21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223" name="Google Shape;223;g138a1e40217_0_210"/>
          <p:cNvSpPr txBox="1">
            <a:spLocks noGrp="1"/>
          </p:cNvSpPr>
          <p:nvPr>
            <p:ph type="body" idx="1"/>
          </p:nvPr>
        </p:nvSpPr>
        <p:spPr>
          <a:xfrm>
            <a:off x="623392" y="1902581"/>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pPr lvl="0"/>
            <a:r>
              <a:rPr lang="es-ES"/>
              <a:t>Haga clic para modificar los estilos de texto del patrón</a:t>
            </a:r>
          </a:p>
        </p:txBody>
      </p:sp>
      <p:cxnSp>
        <p:nvCxnSpPr>
          <p:cNvPr id="224" name="Google Shape;224;g138a1e40217_0_21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
        <p:nvSpPr>
          <p:cNvPr id="225" name="Google Shape;225;g138a1e40217_0_210"/>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226" name="Google Shape;226;g138a1e40217_0_210"/>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227" name="Google Shape;227;g138a1e40217_0_21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228" name="Google Shape;228;g138a1e40217_0_21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Tree>
    <p:extLst>
      <p:ext uri="{BB962C8B-B14F-4D97-AF65-F5344CB8AC3E}">
        <p14:creationId xmlns:p14="http://schemas.microsoft.com/office/powerpoint/2010/main" val="32689131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7_Normal con fuente ">
  <p:cSld name="7_Normal con fuente ">
    <p:bg>
      <p:bgPr>
        <a:solidFill>
          <a:schemeClr val="lt1"/>
        </a:solidFill>
        <a:effectLst/>
      </p:bgPr>
    </p:bg>
    <p:spTree>
      <p:nvGrpSpPr>
        <p:cNvPr id="1" name="Shape 229"/>
        <p:cNvGrpSpPr/>
        <p:nvPr/>
      </p:nvGrpSpPr>
      <p:grpSpPr>
        <a:xfrm>
          <a:off x="0" y="0"/>
          <a:ext cx="0" cy="0"/>
          <a:chOff x="0" y="0"/>
          <a:chExt cx="0" cy="0"/>
        </a:xfrm>
      </p:grpSpPr>
      <p:sp>
        <p:nvSpPr>
          <p:cNvPr id="230" name="Google Shape;230;g138a1e40217_0_220"/>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231" name="Google Shape;231;g138a1e40217_0_220"/>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232" name="Google Shape;232;g138a1e40217_0_22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233" name="Google Shape;233;g138a1e40217_0_220"/>
          <p:cNvSpPr txBox="1">
            <a:spLocks noGrp="1"/>
          </p:cNvSpPr>
          <p:nvPr>
            <p:ph type="body" idx="1"/>
          </p:nvPr>
        </p:nvSpPr>
        <p:spPr>
          <a:xfrm>
            <a:off x="623392" y="1902581"/>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pPr lvl="0"/>
            <a:r>
              <a:rPr lang="es-ES"/>
              <a:t>Haga clic para modificar los estilos de texto del patrón</a:t>
            </a:r>
          </a:p>
        </p:txBody>
      </p:sp>
      <p:cxnSp>
        <p:nvCxnSpPr>
          <p:cNvPr id="234" name="Google Shape;234;g138a1e40217_0_22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
        <p:nvSpPr>
          <p:cNvPr id="235" name="Google Shape;235;g138a1e40217_0_220"/>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236" name="Google Shape;236;g138a1e40217_0_220"/>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237" name="Google Shape;237;g138a1e40217_0_22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238" name="Google Shape;238;g138a1e40217_0_22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Tree>
    <p:extLst>
      <p:ext uri="{BB962C8B-B14F-4D97-AF65-F5344CB8AC3E}">
        <p14:creationId xmlns:p14="http://schemas.microsoft.com/office/powerpoint/2010/main" val="7894887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9_Normal con fuente ">
  <p:cSld name="9_Normal con fuente ">
    <p:bg>
      <p:bgPr>
        <a:solidFill>
          <a:schemeClr val="lt1"/>
        </a:solidFill>
        <a:effectLst/>
      </p:bgPr>
    </p:bg>
    <p:spTree>
      <p:nvGrpSpPr>
        <p:cNvPr id="1" name="Shape 239"/>
        <p:cNvGrpSpPr/>
        <p:nvPr/>
      </p:nvGrpSpPr>
      <p:grpSpPr>
        <a:xfrm>
          <a:off x="0" y="0"/>
          <a:ext cx="0" cy="0"/>
          <a:chOff x="0" y="0"/>
          <a:chExt cx="0" cy="0"/>
        </a:xfrm>
      </p:grpSpPr>
      <p:sp>
        <p:nvSpPr>
          <p:cNvPr id="240" name="Google Shape;240;g138a1e40217_0_230"/>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241" name="Google Shape;241;g138a1e40217_0_230"/>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242" name="Google Shape;242;g138a1e40217_0_23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243" name="Google Shape;243;g138a1e40217_0_230"/>
          <p:cNvSpPr txBox="1">
            <a:spLocks noGrp="1"/>
          </p:cNvSpPr>
          <p:nvPr>
            <p:ph type="body" idx="1"/>
          </p:nvPr>
        </p:nvSpPr>
        <p:spPr>
          <a:xfrm>
            <a:off x="623392" y="1902581"/>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pPr lvl="0"/>
            <a:r>
              <a:rPr lang="es-ES"/>
              <a:t>Haga clic para modificar los estilos de texto del patrón</a:t>
            </a:r>
          </a:p>
        </p:txBody>
      </p:sp>
      <p:cxnSp>
        <p:nvCxnSpPr>
          <p:cNvPr id="244" name="Google Shape;244;g138a1e40217_0_23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
        <p:nvSpPr>
          <p:cNvPr id="245" name="Google Shape;245;g138a1e40217_0_230"/>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246" name="Google Shape;246;g138a1e40217_0_230"/>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247" name="Google Shape;247;g138a1e40217_0_23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248" name="Google Shape;248;g138a1e40217_0_23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Tree>
    <p:extLst>
      <p:ext uri="{BB962C8B-B14F-4D97-AF65-F5344CB8AC3E}">
        <p14:creationId xmlns:p14="http://schemas.microsoft.com/office/powerpoint/2010/main" val="30656465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0_Normal con fuente ">
  <p:cSld name="10_Normal con fuente ">
    <p:bg>
      <p:bgPr>
        <a:solidFill>
          <a:schemeClr val="lt1"/>
        </a:solidFill>
        <a:effectLst/>
      </p:bgPr>
    </p:bg>
    <p:spTree>
      <p:nvGrpSpPr>
        <p:cNvPr id="1" name="Shape 249"/>
        <p:cNvGrpSpPr/>
        <p:nvPr/>
      </p:nvGrpSpPr>
      <p:grpSpPr>
        <a:xfrm>
          <a:off x="0" y="0"/>
          <a:ext cx="0" cy="0"/>
          <a:chOff x="0" y="0"/>
          <a:chExt cx="0" cy="0"/>
        </a:xfrm>
      </p:grpSpPr>
      <p:sp>
        <p:nvSpPr>
          <p:cNvPr id="250" name="Google Shape;250;g138a1e40217_0_240"/>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251" name="Google Shape;251;g138a1e40217_0_240"/>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252" name="Google Shape;252;g138a1e40217_0_24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253" name="Google Shape;253;g138a1e40217_0_240"/>
          <p:cNvSpPr txBox="1">
            <a:spLocks noGrp="1"/>
          </p:cNvSpPr>
          <p:nvPr>
            <p:ph type="body" idx="1"/>
          </p:nvPr>
        </p:nvSpPr>
        <p:spPr>
          <a:xfrm>
            <a:off x="623392" y="1902581"/>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pPr lvl="0"/>
            <a:r>
              <a:rPr lang="es-ES"/>
              <a:t>Haga clic para modificar los estilos de texto del patrón</a:t>
            </a:r>
          </a:p>
        </p:txBody>
      </p:sp>
      <p:cxnSp>
        <p:nvCxnSpPr>
          <p:cNvPr id="254" name="Google Shape;254;g138a1e40217_0_24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
        <p:nvSpPr>
          <p:cNvPr id="255" name="Google Shape;255;g138a1e40217_0_240"/>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256" name="Google Shape;256;g138a1e40217_0_240"/>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257" name="Google Shape;257;g138a1e40217_0_24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258" name="Google Shape;258;g138a1e40217_0_24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Tree>
    <p:extLst>
      <p:ext uri="{BB962C8B-B14F-4D97-AF65-F5344CB8AC3E}">
        <p14:creationId xmlns:p14="http://schemas.microsoft.com/office/powerpoint/2010/main" val="30987713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1_Normal con fuente ">
  <p:cSld name="11_Normal con fuente ">
    <p:bg>
      <p:bgPr>
        <a:solidFill>
          <a:schemeClr val="lt1"/>
        </a:solidFill>
        <a:effectLst/>
      </p:bgPr>
    </p:bg>
    <p:spTree>
      <p:nvGrpSpPr>
        <p:cNvPr id="1" name="Shape 259"/>
        <p:cNvGrpSpPr/>
        <p:nvPr/>
      </p:nvGrpSpPr>
      <p:grpSpPr>
        <a:xfrm>
          <a:off x="0" y="0"/>
          <a:ext cx="0" cy="0"/>
          <a:chOff x="0" y="0"/>
          <a:chExt cx="0" cy="0"/>
        </a:xfrm>
      </p:grpSpPr>
      <p:sp>
        <p:nvSpPr>
          <p:cNvPr id="260" name="Google Shape;260;g138a1e40217_0_250"/>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261" name="Google Shape;261;g138a1e40217_0_250"/>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262" name="Google Shape;262;g138a1e40217_0_25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263" name="Google Shape;263;g138a1e40217_0_250"/>
          <p:cNvSpPr txBox="1">
            <a:spLocks noGrp="1"/>
          </p:cNvSpPr>
          <p:nvPr>
            <p:ph type="body" idx="1"/>
          </p:nvPr>
        </p:nvSpPr>
        <p:spPr>
          <a:xfrm>
            <a:off x="623392" y="1902581"/>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pPr lvl="0"/>
            <a:r>
              <a:rPr lang="es-ES"/>
              <a:t>Haga clic para modificar los estilos de texto del patrón</a:t>
            </a:r>
          </a:p>
        </p:txBody>
      </p:sp>
      <p:cxnSp>
        <p:nvCxnSpPr>
          <p:cNvPr id="264" name="Google Shape;264;g138a1e40217_0_25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
        <p:nvSpPr>
          <p:cNvPr id="265" name="Google Shape;265;g138a1e40217_0_250"/>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266" name="Google Shape;266;g138a1e40217_0_250"/>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267" name="Google Shape;267;g138a1e40217_0_25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268" name="Google Shape;268;g138a1e40217_0_25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Tree>
    <p:extLst>
      <p:ext uri="{BB962C8B-B14F-4D97-AF65-F5344CB8AC3E}">
        <p14:creationId xmlns:p14="http://schemas.microsoft.com/office/powerpoint/2010/main" val="37840464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5_Normal con fuente ">
  <p:cSld name="15_Normal con fuente ">
    <p:bg>
      <p:bgPr>
        <a:solidFill>
          <a:schemeClr val="lt1"/>
        </a:solidFill>
        <a:effectLst/>
      </p:bgPr>
    </p:bg>
    <p:spTree>
      <p:nvGrpSpPr>
        <p:cNvPr id="1" name="Shape 269"/>
        <p:cNvGrpSpPr/>
        <p:nvPr/>
      </p:nvGrpSpPr>
      <p:grpSpPr>
        <a:xfrm>
          <a:off x="0" y="0"/>
          <a:ext cx="0" cy="0"/>
          <a:chOff x="0" y="0"/>
          <a:chExt cx="0" cy="0"/>
        </a:xfrm>
      </p:grpSpPr>
      <p:sp>
        <p:nvSpPr>
          <p:cNvPr id="270" name="Google Shape;270;g138a1e40217_0_260"/>
          <p:cNvSpPr txBox="1">
            <a:spLocks noGrp="1"/>
          </p:cNvSpPr>
          <p:nvPr>
            <p:ph type="title"/>
          </p:nvPr>
        </p:nvSpPr>
        <p:spPr>
          <a:xfrm>
            <a:off x="623395" y="643372"/>
            <a:ext cx="10772700" cy="11295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ES"/>
              <a:t>Haga clic para modificar el estilo de título del patrón</a:t>
            </a:r>
            <a:endParaRPr/>
          </a:p>
        </p:txBody>
      </p:sp>
      <p:sp>
        <p:nvSpPr>
          <p:cNvPr id="271" name="Google Shape;271;g138a1e40217_0_260"/>
          <p:cNvSpPr txBox="1">
            <a:spLocks noGrp="1"/>
          </p:cNvSpPr>
          <p:nvPr>
            <p:ph type="sldNum" idx="12"/>
          </p:nvPr>
        </p:nvSpPr>
        <p:spPr>
          <a:xfrm>
            <a:off x="9249399" y="2852616"/>
            <a:ext cx="2926200" cy="10485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SzPts val="1000"/>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sp>
        <p:nvSpPr>
          <p:cNvPr id="272" name="Google Shape;272;g138a1e40217_0_26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sp>
        <p:nvSpPr>
          <p:cNvPr id="273" name="Google Shape;273;g138a1e40217_0_260"/>
          <p:cNvSpPr txBox="1">
            <a:spLocks noGrp="1"/>
          </p:cNvSpPr>
          <p:nvPr>
            <p:ph type="body" idx="1"/>
          </p:nvPr>
        </p:nvSpPr>
        <p:spPr>
          <a:xfrm>
            <a:off x="623392" y="1902581"/>
            <a:ext cx="9793200" cy="4478700"/>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pPr lvl="0"/>
            <a:r>
              <a:rPr lang="es-ES"/>
              <a:t>Haga clic para modificar los estilos de texto del patrón</a:t>
            </a:r>
          </a:p>
        </p:txBody>
      </p:sp>
      <p:cxnSp>
        <p:nvCxnSpPr>
          <p:cNvPr id="274" name="Google Shape;274;g138a1e40217_0_26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
        <p:nvSpPr>
          <p:cNvPr id="275" name="Google Shape;275;g138a1e40217_0_260"/>
          <p:cNvSpPr txBox="1">
            <a:spLocks noGrp="1"/>
          </p:cNvSpPr>
          <p:nvPr>
            <p:ph type="dt" idx="10"/>
          </p:nvPr>
        </p:nvSpPr>
        <p:spPr>
          <a:xfrm>
            <a:off x="2567609" y="6543225"/>
            <a:ext cx="825900" cy="256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s-AR"/>
          </a:p>
        </p:txBody>
      </p:sp>
      <p:sp>
        <p:nvSpPr>
          <p:cNvPr id="276" name="Google Shape;276;g138a1e40217_0_260"/>
          <p:cNvSpPr txBox="1">
            <a:spLocks noGrp="1"/>
          </p:cNvSpPr>
          <p:nvPr>
            <p:ph type="ftr" idx="11"/>
          </p:nvPr>
        </p:nvSpPr>
        <p:spPr>
          <a:xfrm>
            <a:off x="168982" y="6554697"/>
            <a:ext cx="2154900" cy="21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046">
                <a:solidFill>
                  <a:srgbClr val="BFBFBF"/>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s-AR"/>
              <a:t>Ingeniería de Software I</a:t>
            </a:r>
          </a:p>
        </p:txBody>
      </p:sp>
      <p:sp>
        <p:nvSpPr>
          <p:cNvPr id="277" name="Google Shape;277;g138a1e40217_0_260"/>
          <p:cNvSpPr txBox="1"/>
          <p:nvPr/>
        </p:nvSpPr>
        <p:spPr>
          <a:xfrm>
            <a:off x="5176317" y="6484431"/>
            <a:ext cx="662400" cy="218400"/>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None/>
            </a:pPr>
            <a:r>
              <a:rPr lang="en-US" sz="822" b="0" i="0" u="none" strike="noStrike" cap="none">
                <a:solidFill>
                  <a:srgbClr val="888888"/>
                </a:solidFill>
                <a:latin typeface="Arial"/>
                <a:ea typeface="Arial"/>
                <a:cs typeface="Arial"/>
                <a:sym typeface="Arial"/>
              </a:rPr>
              <a:t>Fuente:</a:t>
            </a:r>
            <a:endParaRPr sz="822" b="0" i="0" u="none" strike="noStrike" cap="none">
              <a:solidFill>
                <a:srgbClr val="3F3F3F"/>
              </a:solidFill>
              <a:latin typeface="Arial"/>
              <a:ea typeface="Arial"/>
              <a:cs typeface="Arial"/>
              <a:sym typeface="Arial"/>
            </a:endParaRPr>
          </a:p>
        </p:txBody>
      </p:sp>
      <p:cxnSp>
        <p:nvCxnSpPr>
          <p:cNvPr id="278" name="Google Shape;278;g138a1e40217_0_260"/>
          <p:cNvCxnSpPr/>
          <p:nvPr/>
        </p:nvCxnSpPr>
        <p:spPr>
          <a:xfrm>
            <a:off x="623396" y="1772816"/>
            <a:ext cx="10772700" cy="0"/>
          </a:xfrm>
          <a:prstGeom prst="straightConnector1">
            <a:avLst/>
          </a:prstGeom>
          <a:noFill/>
          <a:ln w="9525" cap="flat" cmpd="sng">
            <a:solidFill>
              <a:srgbClr val="517178"/>
            </a:solidFill>
            <a:prstDash val="solid"/>
            <a:round/>
            <a:headEnd type="none" w="sm" len="sm"/>
            <a:tailEnd type="none" w="sm" len="sm"/>
          </a:ln>
        </p:spPr>
      </p:cxnSp>
    </p:spTree>
    <p:extLst>
      <p:ext uri="{BB962C8B-B14F-4D97-AF65-F5344CB8AC3E}">
        <p14:creationId xmlns:p14="http://schemas.microsoft.com/office/powerpoint/2010/main" val="30276356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Imagen con título 1">
  <p:cSld name="Imagen con título 1">
    <p:spTree>
      <p:nvGrpSpPr>
        <p:cNvPr id="1" name="Shape 279"/>
        <p:cNvGrpSpPr/>
        <p:nvPr/>
      </p:nvGrpSpPr>
      <p:grpSpPr>
        <a:xfrm>
          <a:off x="0" y="0"/>
          <a:ext cx="0" cy="0"/>
          <a:chOff x="0" y="0"/>
          <a:chExt cx="0" cy="0"/>
        </a:xfrm>
      </p:grpSpPr>
      <p:sp>
        <p:nvSpPr>
          <p:cNvPr id="280" name="Google Shape;280;g138a1e40217_0_270"/>
          <p:cNvSpPr txBox="1">
            <a:spLocks noGrp="1"/>
          </p:cNvSpPr>
          <p:nvPr>
            <p:ph type="title"/>
          </p:nvPr>
        </p:nvSpPr>
        <p:spPr>
          <a:xfrm>
            <a:off x="653976" y="4737546"/>
            <a:ext cx="10780800" cy="613200"/>
          </a:xfrm>
          <a:prstGeom prst="rect">
            <a:avLst/>
          </a:prstGeom>
          <a:noFill/>
          <a:ln>
            <a:noFill/>
          </a:ln>
        </p:spPr>
        <p:txBody>
          <a:bodyPr spcFirstLastPara="1" wrap="square" lIns="91425" tIns="45700" rIns="91425" bIns="45700" anchor="b" anchorCtr="0">
            <a:noAutofit/>
          </a:bodyPr>
          <a:lstStyle>
            <a:lvl1pPr lvl="0" algn="l" rtl="0">
              <a:lnSpc>
                <a:spcPct val="85000"/>
              </a:lnSpc>
              <a:spcBef>
                <a:spcPts val="0"/>
              </a:spcBef>
              <a:spcAft>
                <a:spcPts val="0"/>
              </a:spcAft>
              <a:buClr>
                <a:srgbClr val="C00000"/>
              </a:buClr>
              <a:buSzPts val="3300"/>
              <a:buFont typeface="Calibri"/>
              <a:buNone/>
              <a:defRPr sz="3300" b="0">
                <a:solidFill>
                  <a:srgbClr val="C0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s-ES"/>
              <a:t>Haga clic para modificar el estilo de título del patrón</a:t>
            </a:r>
            <a:endParaRPr/>
          </a:p>
        </p:txBody>
      </p:sp>
      <p:sp>
        <p:nvSpPr>
          <p:cNvPr id="281" name="Google Shape;281;g138a1e40217_0_270"/>
          <p:cNvSpPr txBox="1">
            <a:spLocks noGrp="1"/>
          </p:cNvSpPr>
          <p:nvPr>
            <p:ph type="body" idx="1"/>
          </p:nvPr>
        </p:nvSpPr>
        <p:spPr>
          <a:xfrm>
            <a:off x="653976" y="5487888"/>
            <a:ext cx="9229200" cy="5334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975"/>
              </a:spcBef>
              <a:spcAft>
                <a:spcPts val="0"/>
              </a:spcAft>
              <a:buSzPts val="1800"/>
              <a:buNone/>
              <a:defRPr sz="1800">
                <a:solidFill>
                  <a:srgbClr val="C00000"/>
                </a:solidFill>
              </a:defRPr>
            </a:lvl1pPr>
            <a:lvl2pPr marL="914400" lvl="1" indent="-228600" algn="l" rtl="0">
              <a:lnSpc>
                <a:spcPct val="85000"/>
              </a:lnSpc>
              <a:spcBef>
                <a:spcPts val="450"/>
              </a:spcBef>
              <a:spcAft>
                <a:spcPts val="0"/>
              </a:spcAft>
              <a:buClr>
                <a:srgbClr val="262626"/>
              </a:buClr>
              <a:buSzPts val="900"/>
              <a:buNone/>
              <a:defRPr sz="900"/>
            </a:lvl2pPr>
            <a:lvl3pPr marL="1371600" lvl="2" indent="-228600" algn="l" rtl="0">
              <a:lnSpc>
                <a:spcPct val="85000"/>
              </a:lnSpc>
              <a:spcBef>
                <a:spcPts val="450"/>
              </a:spcBef>
              <a:spcAft>
                <a:spcPts val="0"/>
              </a:spcAft>
              <a:buClr>
                <a:srgbClr val="262626"/>
              </a:buClr>
              <a:buSzPts val="750"/>
              <a:buNone/>
              <a:defRPr sz="750"/>
            </a:lvl3pPr>
            <a:lvl4pPr marL="1828800" lvl="3" indent="-228600" algn="l" rtl="0">
              <a:lnSpc>
                <a:spcPct val="85000"/>
              </a:lnSpc>
              <a:spcBef>
                <a:spcPts val="450"/>
              </a:spcBef>
              <a:spcAft>
                <a:spcPts val="0"/>
              </a:spcAft>
              <a:buClr>
                <a:srgbClr val="262626"/>
              </a:buClr>
              <a:buSzPts val="675"/>
              <a:buNone/>
              <a:defRPr sz="675"/>
            </a:lvl4pPr>
            <a:lvl5pPr marL="2286000" lvl="4" indent="-228600" algn="l" rtl="0">
              <a:lnSpc>
                <a:spcPct val="85000"/>
              </a:lnSpc>
              <a:spcBef>
                <a:spcPts val="450"/>
              </a:spcBef>
              <a:spcAft>
                <a:spcPts val="0"/>
              </a:spcAft>
              <a:buClr>
                <a:srgbClr val="262626"/>
              </a:buClr>
              <a:buSzPts val="675"/>
              <a:buNone/>
              <a:defRPr sz="675"/>
            </a:lvl5pPr>
            <a:lvl6pPr marL="2743200" lvl="5" indent="-228600" algn="l" rtl="0">
              <a:lnSpc>
                <a:spcPct val="85000"/>
              </a:lnSpc>
              <a:spcBef>
                <a:spcPts val="450"/>
              </a:spcBef>
              <a:spcAft>
                <a:spcPts val="0"/>
              </a:spcAft>
              <a:buClr>
                <a:srgbClr val="262626"/>
              </a:buClr>
              <a:buSzPts val="675"/>
              <a:buNone/>
              <a:defRPr sz="675"/>
            </a:lvl6pPr>
            <a:lvl7pPr marL="3200400" lvl="6" indent="-228600" algn="l" rtl="0">
              <a:lnSpc>
                <a:spcPct val="85000"/>
              </a:lnSpc>
              <a:spcBef>
                <a:spcPts val="450"/>
              </a:spcBef>
              <a:spcAft>
                <a:spcPts val="0"/>
              </a:spcAft>
              <a:buClr>
                <a:srgbClr val="262626"/>
              </a:buClr>
              <a:buSzPts val="675"/>
              <a:buNone/>
              <a:defRPr sz="675"/>
            </a:lvl7pPr>
            <a:lvl8pPr marL="3657600" lvl="7" indent="-228600" algn="l" rtl="0">
              <a:lnSpc>
                <a:spcPct val="85000"/>
              </a:lnSpc>
              <a:spcBef>
                <a:spcPts val="450"/>
              </a:spcBef>
              <a:spcAft>
                <a:spcPts val="0"/>
              </a:spcAft>
              <a:buClr>
                <a:srgbClr val="262626"/>
              </a:buClr>
              <a:buSzPts val="675"/>
              <a:buNone/>
              <a:defRPr sz="675"/>
            </a:lvl8pPr>
            <a:lvl9pPr marL="4114800" lvl="8" indent="-228600" algn="l" rtl="0">
              <a:lnSpc>
                <a:spcPct val="85000"/>
              </a:lnSpc>
              <a:spcBef>
                <a:spcPts val="450"/>
              </a:spcBef>
              <a:spcAft>
                <a:spcPts val="400"/>
              </a:spcAft>
              <a:buClr>
                <a:srgbClr val="262626"/>
              </a:buClr>
              <a:buSzPts val="675"/>
              <a:buNone/>
              <a:defRPr sz="675"/>
            </a:lvl9pPr>
          </a:lstStyle>
          <a:p>
            <a:pPr lvl="0"/>
            <a:r>
              <a:rPr lang="es-ES"/>
              <a:t>Haga clic para modificar los estilos de texto del patrón</a:t>
            </a:r>
          </a:p>
        </p:txBody>
      </p:sp>
      <p:sp>
        <p:nvSpPr>
          <p:cNvPr id="282" name="Google Shape;282;g138a1e40217_0_270"/>
          <p:cNvSpPr txBox="1">
            <a:spLocks noGrp="1"/>
          </p:cNvSpPr>
          <p:nvPr>
            <p:ph type="dt" idx="10"/>
          </p:nvPr>
        </p:nvSpPr>
        <p:spPr>
          <a:xfrm>
            <a:off x="3211248" y="6481096"/>
            <a:ext cx="4114800" cy="2286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solidFill>
                  <a:srgbClr val="C00000"/>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lang="es-AR"/>
          </a:p>
        </p:txBody>
      </p:sp>
      <p:sp>
        <p:nvSpPr>
          <p:cNvPr id="283" name="Google Shape;283;g138a1e40217_0_270"/>
          <p:cNvSpPr txBox="1">
            <a:spLocks noGrp="1"/>
          </p:cNvSpPr>
          <p:nvPr>
            <p:ph type="ftr" idx="11"/>
          </p:nvPr>
        </p:nvSpPr>
        <p:spPr>
          <a:xfrm>
            <a:off x="685800" y="6481100"/>
            <a:ext cx="2241900" cy="3021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a:solidFill>
                  <a:srgbClr val="C00000"/>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r>
              <a:rPr lang="es-AR"/>
              <a:t>Ingeniería de Software I</a:t>
            </a:r>
          </a:p>
        </p:txBody>
      </p:sp>
      <p:sp>
        <p:nvSpPr>
          <p:cNvPr id="284" name="Google Shape;284;g138a1e40217_0_270"/>
          <p:cNvSpPr txBox="1">
            <a:spLocks noGrp="1"/>
          </p:cNvSpPr>
          <p:nvPr>
            <p:ph type="sldNum" idx="12"/>
          </p:nvPr>
        </p:nvSpPr>
        <p:spPr>
          <a:xfrm>
            <a:off x="9265920" y="2780930"/>
            <a:ext cx="2926200" cy="1397100"/>
          </a:xfrm>
          <a:prstGeom prst="rect">
            <a:avLst/>
          </a:prstGeom>
          <a:noFill/>
          <a:ln>
            <a:noFill/>
          </a:ln>
        </p:spPr>
        <p:txBody>
          <a:bodyPr spcFirstLastPara="1" wrap="square" lIns="91425" tIns="45700" rIns="91425" bIns="45700" anchor="b" anchorCtr="0">
            <a:noAutofit/>
          </a:bodyPr>
          <a:lstStyle>
            <a:lvl1pPr marL="0" lvl="0" indent="0" algn="r" rtl="0">
              <a:spcBef>
                <a:spcPts val="0"/>
              </a:spcBef>
              <a:buNone/>
              <a:defRPr sz="7725" b="0" i="0" u="none" strike="noStrike" cap="none">
                <a:solidFill>
                  <a:schemeClr val="accent6"/>
                </a:solidFill>
                <a:latin typeface="Calibri"/>
                <a:ea typeface="Calibri"/>
                <a:cs typeface="Calibri"/>
                <a:sym typeface="Calibri"/>
              </a:defRPr>
            </a:lvl1pPr>
            <a:lvl2pPr marL="0" lvl="1" indent="0" algn="r" rtl="0">
              <a:spcBef>
                <a:spcPts val="0"/>
              </a:spcBef>
              <a:buNone/>
              <a:defRPr sz="7725" b="0" i="0" u="none" strike="noStrike" cap="none">
                <a:solidFill>
                  <a:schemeClr val="accent6"/>
                </a:solidFill>
                <a:latin typeface="Calibri"/>
                <a:ea typeface="Calibri"/>
                <a:cs typeface="Calibri"/>
                <a:sym typeface="Calibri"/>
              </a:defRPr>
            </a:lvl2pPr>
            <a:lvl3pPr marL="0" lvl="2" indent="0" algn="r" rtl="0">
              <a:spcBef>
                <a:spcPts val="0"/>
              </a:spcBef>
              <a:buNone/>
              <a:defRPr sz="7725" b="0" i="0" u="none" strike="noStrike" cap="none">
                <a:solidFill>
                  <a:schemeClr val="accent6"/>
                </a:solidFill>
                <a:latin typeface="Calibri"/>
                <a:ea typeface="Calibri"/>
                <a:cs typeface="Calibri"/>
                <a:sym typeface="Calibri"/>
              </a:defRPr>
            </a:lvl3pPr>
            <a:lvl4pPr marL="0" lvl="3" indent="0" algn="r" rtl="0">
              <a:spcBef>
                <a:spcPts val="0"/>
              </a:spcBef>
              <a:buNone/>
              <a:defRPr sz="7725" b="0" i="0" u="none" strike="noStrike" cap="none">
                <a:solidFill>
                  <a:schemeClr val="accent6"/>
                </a:solidFill>
                <a:latin typeface="Calibri"/>
                <a:ea typeface="Calibri"/>
                <a:cs typeface="Calibri"/>
                <a:sym typeface="Calibri"/>
              </a:defRPr>
            </a:lvl4pPr>
            <a:lvl5pPr marL="0" lvl="4" indent="0" algn="r" rtl="0">
              <a:spcBef>
                <a:spcPts val="0"/>
              </a:spcBef>
              <a:buNone/>
              <a:defRPr sz="7725" b="0" i="0" u="none" strike="noStrike" cap="none">
                <a:solidFill>
                  <a:schemeClr val="accent6"/>
                </a:solidFill>
                <a:latin typeface="Calibri"/>
                <a:ea typeface="Calibri"/>
                <a:cs typeface="Calibri"/>
                <a:sym typeface="Calibri"/>
              </a:defRPr>
            </a:lvl5pPr>
            <a:lvl6pPr marL="0" lvl="5" indent="0" algn="r" rtl="0">
              <a:spcBef>
                <a:spcPts val="0"/>
              </a:spcBef>
              <a:buNone/>
              <a:defRPr sz="7725" b="0" i="0" u="none" strike="noStrike" cap="none">
                <a:solidFill>
                  <a:schemeClr val="accent6"/>
                </a:solidFill>
                <a:latin typeface="Calibri"/>
                <a:ea typeface="Calibri"/>
                <a:cs typeface="Calibri"/>
                <a:sym typeface="Calibri"/>
              </a:defRPr>
            </a:lvl6pPr>
            <a:lvl7pPr marL="0" lvl="6" indent="0" algn="r" rtl="0">
              <a:spcBef>
                <a:spcPts val="0"/>
              </a:spcBef>
              <a:buNone/>
              <a:defRPr sz="7725" b="0" i="0" u="none" strike="noStrike" cap="none">
                <a:solidFill>
                  <a:schemeClr val="accent6"/>
                </a:solidFill>
                <a:latin typeface="Calibri"/>
                <a:ea typeface="Calibri"/>
                <a:cs typeface="Calibri"/>
                <a:sym typeface="Calibri"/>
              </a:defRPr>
            </a:lvl7pPr>
            <a:lvl8pPr marL="0" lvl="7" indent="0" algn="r" rtl="0">
              <a:spcBef>
                <a:spcPts val="0"/>
              </a:spcBef>
              <a:buNone/>
              <a:defRPr sz="7725" b="0" i="0" u="none" strike="noStrike" cap="none">
                <a:solidFill>
                  <a:schemeClr val="accent6"/>
                </a:solidFill>
                <a:latin typeface="Calibri"/>
                <a:ea typeface="Calibri"/>
                <a:cs typeface="Calibri"/>
                <a:sym typeface="Calibri"/>
              </a:defRPr>
            </a:lvl8pPr>
            <a:lvl9pPr marL="0" lvl="8" indent="0" algn="r" rtl="0">
              <a:spcBef>
                <a:spcPts val="0"/>
              </a:spcBef>
              <a:buNone/>
              <a:defRPr sz="7725"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pic>
        <p:nvPicPr>
          <p:cNvPr id="285" name="Google Shape;285;g138a1e40217_0_270"/>
          <p:cNvPicPr preferRelativeResize="0"/>
          <p:nvPr/>
        </p:nvPicPr>
        <p:blipFill rotWithShape="1">
          <a:blip r:embed="rId2">
            <a:alphaModFix/>
          </a:blip>
          <a:srcRect/>
          <a:stretch/>
        </p:blipFill>
        <p:spPr>
          <a:xfrm>
            <a:off x="3313" y="-5815"/>
            <a:ext cx="12192000" cy="4514935"/>
          </a:xfrm>
          <a:prstGeom prst="rect">
            <a:avLst/>
          </a:prstGeom>
          <a:noFill/>
          <a:ln>
            <a:noFill/>
          </a:ln>
        </p:spPr>
      </p:pic>
      <p:pic>
        <p:nvPicPr>
          <p:cNvPr id="286" name="Google Shape;286;g138a1e40217_0_270"/>
          <p:cNvPicPr preferRelativeResize="0"/>
          <p:nvPr/>
        </p:nvPicPr>
        <p:blipFill rotWithShape="1">
          <a:blip r:embed="rId2">
            <a:alphaModFix/>
          </a:blip>
          <a:srcRect/>
          <a:stretch/>
        </p:blipFill>
        <p:spPr>
          <a:xfrm>
            <a:off x="3313" y="-5815"/>
            <a:ext cx="12192000" cy="4514935"/>
          </a:xfrm>
          <a:prstGeom prst="rect">
            <a:avLst/>
          </a:prstGeom>
          <a:noFill/>
          <a:ln>
            <a:noFill/>
          </a:ln>
        </p:spPr>
      </p:pic>
    </p:spTree>
    <p:extLst>
      <p:ext uri="{BB962C8B-B14F-4D97-AF65-F5344CB8AC3E}">
        <p14:creationId xmlns:p14="http://schemas.microsoft.com/office/powerpoint/2010/main" val="2347052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9"/>
        <p:cNvGrpSpPr/>
        <p:nvPr/>
      </p:nvGrpSpPr>
      <p:grpSpPr>
        <a:xfrm>
          <a:off x="0" y="0"/>
          <a:ext cx="0" cy="0"/>
          <a:chOff x="0" y="0"/>
          <a:chExt cx="0" cy="0"/>
        </a:xfrm>
      </p:grpSpPr>
      <p:sp>
        <p:nvSpPr>
          <p:cNvPr id="10" name="Google Shape;10;g138a1e40217_0_0"/>
          <p:cNvSpPr/>
          <p:nvPr/>
        </p:nvSpPr>
        <p:spPr>
          <a:xfrm>
            <a:off x="1" y="6400800"/>
            <a:ext cx="12192000" cy="4572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11" name="Google Shape;11;g138a1e40217_0_0"/>
          <p:cNvSpPr/>
          <p:nvPr/>
        </p:nvSpPr>
        <p:spPr>
          <a:xfrm>
            <a:off x="16" y="6334316"/>
            <a:ext cx="12192000" cy="66600"/>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None/>
            </a:pPr>
            <a:endParaRPr sz="1394" b="0" i="0" u="none" strike="noStrike" cap="none">
              <a:solidFill>
                <a:srgbClr val="000000"/>
              </a:solidFill>
              <a:latin typeface="Arial"/>
              <a:ea typeface="Arial"/>
              <a:cs typeface="Arial"/>
              <a:sym typeface="Arial"/>
            </a:endParaRPr>
          </a:p>
        </p:txBody>
      </p:sp>
      <p:sp>
        <p:nvSpPr>
          <p:cNvPr id="12" name="Google Shape;12;g138a1e40217_0_0"/>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g138a1e40217_0_0"/>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g138a1e40217_0_0"/>
          <p:cNvSpPr txBox="1">
            <a:spLocks noGrp="1"/>
          </p:cNvSpPr>
          <p:nvPr>
            <p:ph type="dt" idx="10"/>
          </p:nvPr>
        </p:nvSpPr>
        <p:spPr>
          <a:xfrm>
            <a:off x="1097281" y="6459787"/>
            <a:ext cx="24723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896"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9pPr>
          </a:lstStyle>
          <a:p>
            <a:endParaRPr lang="es-AR"/>
          </a:p>
        </p:txBody>
      </p:sp>
      <p:sp>
        <p:nvSpPr>
          <p:cNvPr id="15" name="Google Shape;15;g138a1e40217_0_0"/>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896"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793" b="0" i="0" u="none" strike="noStrike" cap="none">
                <a:solidFill>
                  <a:schemeClr val="dk1"/>
                </a:solidFill>
                <a:latin typeface="Calibri"/>
                <a:ea typeface="Calibri"/>
                <a:cs typeface="Calibri"/>
                <a:sym typeface="Calibri"/>
              </a:defRPr>
            </a:lvl9pPr>
          </a:lstStyle>
          <a:p>
            <a:r>
              <a:rPr lang="es-AR"/>
              <a:t>Ingeniería de Software I</a:t>
            </a:r>
          </a:p>
        </p:txBody>
      </p:sp>
      <p:sp>
        <p:nvSpPr>
          <p:cNvPr id="16" name="Google Shape;16;g138a1e40217_0_0"/>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smtClean="0"/>
              <a:t>‹Nº›</a:t>
            </a:fld>
            <a:endParaRPr lang="es-ES"/>
          </a:p>
        </p:txBody>
      </p:sp>
      <p:cxnSp>
        <p:nvCxnSpPr>
          <p:cNvPr id="17" name="Google Shape;17;g138a1e40217_0_0"/>
          <p:cNvCxnSpPr/>
          <p:nvPr/>
        </p:nvCxnSpPr>
        <p:spPr>
          <a:xfrm>
            <a:off x="1193532" y="1737845"/>
            <a:ext cx="9966900" cy="0"/>
          </a:xfrm>
          <a:prstGeom prst="straightConnector1">
            <a:avLst/>
          </a:prstGeom>
          <a:noFill/>
          <a:ln w="9525" cap="flat" cmpd="sng">
            <a:solidFill>
              <a:srgbClr val="7F7F7F"/>
            </a:solidFill>
            <a:prstDash val="solid"/>
            <a:round/>
            <a:headEnd type="none" w="sm" len="sm"/>
            <a:tailEnd type="none" w="sm" len="sm"/>
          </a:ln>
        </p:spPr>
      </p:cxnSp>
    </p:spTree>
    <p:extLst>
      <p:ext uri="{BB962C8B-B14F-4D97-AF65-F5344CB8AC3E}">
        <p14:creationId xmlns:p14="http://schemas.microsoft.com/office/powerpoint/2010/main" val="3653190217"/>
      </p:ext>
    </p:extLst>
  </p:cSld>
  <p:clrMap bg1="lt1" tx1="dk1" bg2="dk2" tx2="lt2" accent1="accent1" accent2="accent2" accent3="accent3" accent4="accent4" accent5="accent5" accent6="accent6" hlink="hlink" folHlink="folHlink"/>
  <p:sldLayoutIdLst>
    <p:sldLayoutId id="2147483704" r:id="rId1"/>
    <p:sldLayoutId id="2147483705" r:id="rId2"/>
    <p:sldLayoutId id="2147483706"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 id="2147483727" r:id="rId23"/>
    <p:sldLayoutId id="2147483728" r:id="rId24"/>
    <p:sldLayoutId id="2147483729" r:id="rId25"/>
    <p:sldLayoutId id="2147483730" r:id="rId26"/>
    <p:sldLayoutId id="2147483731" r:id="rId27"/>
    <p:sldLayoutId id="2147483732" r:id="rId28"/>
    <p:sldLayoutId id="2147483733" r:id="rId29"/>
    <p:sldLayoutId id="2147483734" r:id="rId30"/>
    <p:sldLayoutId id="2147483735" r:id="rId31"/>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2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5.jp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5.jpg"/></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5.jp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5.jpg"/></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5.jp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1"/>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r>
              <a:rPr lang="es-ES" dirty="0"/>
              <a:t>Ingeniería de Software I  -  Redes de Petri</a:t>
            </a:r>
            <a:endParaRPr dirty="0"/>
          </a:p>
        </p:txBody>
      </p:sp>
      <p:sp>
        <p:nvSpPr>
          <p:cNvPr id="526" name="Google Shape;526;p1"/>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00"/>
              <a:buNone/>
            </a:pPr>
            <a:r>
              <a:rPr lang="es-ES" dirty="0"/>
              <a:t>2023</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pic>
        <p:nvPicPr>
          <p:cNvPr id="533" name="Google Shape;533;p2" descr="Papel reciclado"/>
          <p:cNvPicPr preferRelativeResize="0"/>
          <p:nvPr/>
        </p:nvPicPr>
        <p:blipFill rotWithShape="1">
          <a:blip r:embed="rId3">
            <a:alphaModFix/>
          </a:blip>
          <a:srcRect l="6010" t="5570" r="5572" b="6703"/>
          <a:stretch/>
        </p:blipFill>
        <p:spPr>
          <a:xfrm>
            <a:off x="2129840" y="2053882"/>
            <a:ext cx="6915686" cy="3983143"/>
          </a:xfrm>
          <a:prstGeom prst="rect">
            <a:avLst/>
          </a:prstGeom>
          <a:solidFill>
            <a:srgbClr val="FF3F40"/>
          </a:solidFill>
          <a:ln>
            <a:noFill/>
          </a:ln>
        </p:spPr>
      </p:pic>
      <p:sp>
        <p:nvSpPr>
          <p:cNvPr id="534" name="Google Shape;534;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None/>
            </a:pPr>
            <a:r>
              <a:rPr lang="es-ES"/>
              <a:t>Ingeniería de Requerimientos</a:t>
            </a:r>
            <a:endParaRPr/>
          </a:p>
        </p:txBody>
      </p:sp>
      <p:sp>
        <p:nvSpPr>
          <p:cNvPr id="535" name="Google Shape;535;p2"/>
          <p:cNvSpPr txBox="1">
            <a:spLocks noGrp="1"/>
          </p:cNvSpPr>
          <p:nvPr>
            <p:ph type="body" idx="1"/>
          </p:nvPr>
        </p:nvSpPr>
        <p:spPr>
          <a:xfrm>
            <a:off x="407368" y="6542584"/>
            <a:ext cx="2520280" cy="315416"/>
          </a:xfrm>
          <a:prstGeom prst="rect">
            <a:avLst/>
          </a:prstGeom>
          <a:noFill/>
          <a:ln>
            <a:noFill/>
          </a:ln>
        </p:spPr>
        <p:txBody>
          <a:bodyPr spcFirstLastPara="1" wrap="square" lIns="91425" tIns="45700" rIns="91425" bIns="45700" anchor="t" anchorCtr="0">
            <a:normAutofit/>
          </a:bodyPr>
          <a:lstStyle/>
          <a:p>
            <a:pPr marL="68263" lvl="0" indent="-88900" algn="l" rtl="0">
              <a:lnSpc>
                <a:spcPct val="85000"/>
              </a:lnSpc>
              <a:spcBef>
                <a:spcPts val="0"/>
              </a:spcBef>
              <a:spcAft>
                <a:spcPts val="0"/>
              </a:spcAft>
              <a:buSzPts val="1400"/>
              <a:buChar char="»"/>
            </a:pPr>
            <a:r>
              <a:rPr lang="es-ES" sz="1400"/>
              <a:t>Sommerville, Capítulo 7</a:t>
            </a:r>
            <a:endParaRPr sz="1400"/>
          </a:p>
        </p:txBody>
      </p:sp>
      <p:sp>
        <p:nvSpPr>
          <p:cNvPr id="536" name="Google Shape;536;p2"/>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537" name="Google Shape;537;p2"/>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a:t>
            </a:fld>
            <a:endParaRPr/>
          </a:p>
        </p:txBody>
      </p:sp>
      <p:sp>
        <p:nvSpPr>
          <p:cNvPr id="538" name="Google Shape;538;p2"/>
          <p:cNvSpPr/>
          <p:nvPr/>
        </p:nvSpPr>
        <p:spPr>
          <a:xfrm>
            <a:off x="5298085" y="2288170"/>
            <a:ext cx="2183370" cy="1258594"/>
          </a:xfrm>
          <a:prstGeom prst="ellipse">
            <a:avLst/>
          </a:prstGeom>
          <a:noFill/>
          <a:ln w="635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3"/>
                                        </p:tgtEl>
                                        <p:attrNameLst>
                                          <p:attrName>style.visibility</p:attrName>
                                        </p:attrNameLst>
                                      </p:cBhvr>
                                      <p:to>
                                        <p:strVal val="visible"/>
                                      </p:to>
                                    </p:set>
                                    <p:animEffect transition="in" filter="fade">
                                      <p:cBhvr>
                                        <p:cTn id="7" dur="500"/>
                                        <p:tgtEl>
                                          <p:spTgt spid="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Técnicas de Especificación de Requerimientos Dinámicas</a:t>
            </a:r>
            <a:endParaRPr dirty="0"/>
          </a:p>
        </p:txBody>
      </p:sp>
      <p:sp>
        <p:nvSpPr>
          <p:cNvPr id="573" name="Google Shape;573;p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68263" lvl="0" indent="-177800" algn="l" rtl="0">
              <a:lnSpc>
                <a:spcPct val="85000"/>
              </a:lnSpc>
              <a:spcBef>
                <a:spcPts val="0"/>
              </a:spcBef>
              <a:spcAft>
                <a:spcPts val="0"/>
              </a:spcAft>
              <a:buSzPts val="2800"/>
              <a:buChar char="»"/>
            </a:pPr>
            <a:r>
              <a:rPr lang="es-ES" sz="2800"/>
              <a:t>Redes de Petri</a:t>
            </a:r>
            <a:endParaRPr sz="2800"/>
          </a:p>
          <a:p>
            <a:pPr marL="260350" lvl="1" indent="-257175" algn="just" rtl="0">
              <a:lnSpc>
                <a:spcPct val="85000"/>
              </a:lnSpc>
              <a:spcBef>
                <a:spcPts val="450"/>
              </a:spcBef>
              <a:spcAft>
                <a:spcPts val="0"/>
              </a:spcAft>
              <a:buClr>
                <a:srgbClr val="262626"/>
              </a:buClr>
              <a:buSzPts val="2800"/>
              <a:buChar char=" "/>
            </a:pPr>
            <a:r>
              <a:rPr lang="es-ES" sz="2800"/>
              <a:t>Fueron inventadas por Carl Petri en la Universidad de Bonn, Alemania Occidental.</a:t>
            </a:r>
            <a:endParaRPr/>
          </a:p>
          <a:p>
            <a:pPr marL="260350" lvl="1" indent="-257175" algn="just" rtl="0">
              <a:lnSpc>
                <a:spcPct val="85000"/>
              </a:lnSpc>
              <a:spcBef>
                <a:spcPts val="450"/>
              </a:spcBef>
              <a:spcAft>
                <a:spcPts val="0"/>
              </a:spcAft>
              <a:buClr>
                <a:srgbClr val="262626"/>
              </a:buClr>
              <a:buSzPts val="2800"/>
              <a:buChar char=" "/>
            </a:pPr>
            <a:r>
              <a:rPr lang="es-ES" sz="2800"/>
              <a:t>Utilizadas para especificar sistemas de tiempo real en los que son necesarios representar aspectos de concurrencia.</a:t>
            </a:r>
            <a:endParaRPr/>
          </a:p>
          <a:p>
            <a:pPr marL="260350" lvl="1" indent="-257175" algn="just" rtl="0">
              <a:lnSpc>
                <a:spcPct val="85000"/>
              </a:lnSpc>
              <a:spcBef>
                <a:spcPts val="450"/>
              </a:spcBef>
              <a:spcAft>
                <a:spcPts val="0"/>
              </a:spcAft>
              <a:buClr>
                <a:srgbClr val="262626"/>
              </a:buClr>
              <a:buSzPts val="2800"/>
              <a:buChar char=" "/>
            </a:pPr>
            <a:r>
              <a:rPr lang="es-ES" sz="2800"/>
              <a:t>Los sistemas concurrentes se diseñan para permitir la ejecución simultánea de componentes de programación, llamadas tareas o procesos, en varios procesadores o intercalados en un solo procesador.</a:t>
            </a:r>
            <a:endParaRPr/>
          </a:p>
        </p:txBody>
      </p:sp>
      <p:sp>
        <p:nvSpPr>
          <p:cNvPr id="574" name="Google Shape;574;p6"/>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575" name="Google Shape;575;p6"/>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5"/>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None/>
            </a:pPr>
            <a:br>
              <a:rPr lang="es-ES" sz="6600" dirty="0"/>
            </a:br>
            <a:r>
              <a:rPr lang="es-ES" sz="6600" dirty="0"/>
              <a:t>Especificación de Requerimientos –</a:t>
            </a:r>
            <a:br>
              <a:rPr lang="es-ES" sz="6600" dirty="0"/>
            </a:br>
            <a:r>
              <a:rPr lang="es-ES" sz="6600" dirty="0"/>
              <a:t> Redes de Petri</a:t>
            </a:r>
            <a:endParaRPr sz="6600" dirty="0"/>
          </a:p>
        </p:txBody>
      </p:sp>
      <p:sp>
        <p:nvSpPr>
          <p:cNvPr id="4" name="Marcador de texto 3">
            <a:extLst>
              <a:ext uri="{FF2B5EF4-FFF2-40B4-BE49-F238E27FC236}">
                <a16:creationId xmlns:a16="http://schemas.microsoft.com/office/drawing/2014/main" id="{4084A91C-BA3A-DA3F-3A01-DEB5B4DB46AB}"/>
              </a:ext>
            </a:extLst>
          </p:cNvPr>
          <p:cNvSpPr>
            <a:spLocks noGrp="1"/>
          </p:cNvSpPr>
          <p:nvPr>
            <p:ph type="body" idx="1"/>
          </p:nvPr>
        </p:nvSpPr>
        <p:spPr/>
        <p:txBody>
          <a:bodyPr/>
          <a:lstStyle/>
          <a:p>
            <a:endParaRPr lang="es-AR"/>
          </a:p>
        </p:txBody>
      </p:sp>
      <p:sp>
        <p:nvSpPr>
          <p:cNvPr id="2" name="Marcador de pie de página 1">
            <a:extLst>
              <a:ext uri="{FF2B5EF4-FFF2-40B4-BE49-F238E27FC236}">
                <a16:creationId xmlns:a16="http://schemas.microsoft.com/office/drawing/2014/main" id="{0DFA3E7B-79D9-3BF8-026D-E34728509AA7}"/>
              </a:ext>
            </a:extLst>
          </p:cNvPr>
          <p:cNvSpPr>
            <a:spLocks noGrp="1"/>
          </p:cNvSpPr>
          <p:nvPr>
            <p:ph type="ftr" idx="11"/>
          </p:nvPr>
        </p:nvSpPr>
        <p:spPr/>
        <p:txBody>
          <a:bodyPr/>
          <a:lstStyle/>
          <a:p>
            <a:r>
              <a:rPr lang="es-AR"/>
              <a:t>Ingeniería de Software I</a:t>
            </a:r>
          </a:p>
        </p:txBody>
      </p:sp>
      <p:sp>
        <p:nvSpPr>
          <p:cNvPr id="3" name="Marcador de número de diapositiva 2">
            <a:extLst>
              <a:ext uri="{FF2B5EF4-FFF2-40B4-BE49-F238E27FC236}">
                <a16:creationId xmlns:a16="http://schemas.microsoft.com/office/drawing/2014/main" id="{5C0D0F88-04F6-1EDB-CA63-FA7E5C8421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s-ES" smtClean="0"/>
              <a:t>4</a:t>
            </a:fld>
            <a:endParaRPr lang="es-E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581" name="Google Shape;581;p7"/>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68263" lvl="0" indent="-203200" algn="just" rtl="0">
              <a:lnSpc>
                <a:spcPct val="85000"/>
              </a:lnSpc>
              <a:spcBef>
                <a:spcPts val="0"/>
              </a:spcBef>
              <a:spcAft>
                <a:spcPts val="0"/>
              </a:spcAft>
              <a:buSzPts val="3200"/>
              <a:buChar char="»"/>
            </a:pPr>
            <a:r>
              <a:rPr lang="es-ES" sz="3200"/>
              <a:t>Las tareas concurrentes deben estar sincronizadas para permitir la comunicación entre ellas (pueden operar a distintas velocidades, deben prevenir la modificación de datos compartidos o condiciones de bloqueo).</a:t>
            </a:r>
            <a:endParaRPr/>
          </a:p>
          <a:p>
            <a:pPr marL="68263" lvl="0" indent="-203200" algn="just" rtl="0">
              <a:lnSpc>
                <a:spcPct val="85000"/>
              </a:lnSpc>
              <a:spcBef>
                <a:spcPts val="975"/>
              </a:spcBef>
              <a:spcAft>
                <a:spcPts val="0"/>
              </a:spcAft>
              <a:buSzPts val="3200"/>
              <a:buChar char="»"/>
            </a:pPr>
            <a:r>
              <a:rPr lang="es-ES" sz="3200"/>
              <a:t>Pueden realizarse varias tareas en paralelo, pero son ejecutados en un orden impredecible.</a:t>
            </a:r>
            <a:endParaRPr/>
          </a:p>
          <a:p>
            <a:pPr marL="68263" lvl="0" indent="-203200" algn="l" rtl="0">
              <a:lnSpc>
                <a:spcPct val="85000"/>
              </a:lnSpc>
              <a:spcBef>
                <a:spcPts val="975"/>
              </a:spcBef>
              <a:spcAft>
                <a:spcPts val="0"/>
              </a:spcAft>
              <a:buSzPts val="3200"/>
              <a:buChar char="»"/>
            </a:pPr>
            <a:r>
              <a:rPr lang="es-ES" sz="3200"/>
              <a:t>Éstas NO son secuenciales.</a:t>
            </a:r>
            <a:endParaRPr/>
          </a:p>
          <a:p>
            <a:pPr marL="68263" lvl="0" indent="0" algn="l" rtl="0">
              <a:lnSpc>
                <a:spcPct val="85000"/>
              </a:lnSpc>
              <a:spcBef>
                <a:spcPts val="975"/>
              </a:spcBef>
              <a:spcAft>
                <a:spcPts val="0"/>
              </a:spcAft>
              <a:buSzPts val="1800"/>
              <a:buNone/>
            </a:pPr>
            <a:endParaRPr/>
          </a:p>
        </p:txBody>
      </p:sp>
      <p:sp>
        <p:nvSpPr>
          <p:cNvPr id="582" name="Google Shape;582;p7"/>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583" name="Google Shape;583;p7"/>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589" name="Google Shape;589;p8"/>
          <p:cNvSpPr txBox="1">
            <a:spLocks noGrp="1"/>
          </p:cNvSpPr>
          <p:nvPr>
            <p:ph type="body" idx="1"/>
          </p:nvPr>
        </p:nvSpPr>
        <p:spPr>
          <a:xfrm>
            <a:off x="676275" y="1788167"/>
            <a:ext cx="10753725" cy="3767137"/>
          </a:xfrm>
          <a:prstGeom prst="rect">
            <a:avLst/>
          </a:prstGeom>
          <a:noFill/>
          <a:ln>
            <a:noFill/>
          </a:ln>
        </p:spPr>
        <p:txBody>
          <a:bodyPr spcFirstLastPara="1" wrap="square" lIns="91425" tIns="45700" rIns="91425" bIns="45700" anchor="t" anchorCtr="0">
            <a:normAutofit lnSpcReduction="10000"/>
          </a:bodyPr>
          <a:lstStyle/>
          <a:p>
            <a:pPr marL="68263" lvl="0" indent="-203200" algn="l" rtl="0">
              <a:lnSpc>
                <a:spcPct val="85000"/>
              </a:lnSpc>
              <a:spcBef>
                <a:spcPts val="0"/>
              </a:spcBef>
              <a:spcAft>
                <a:spcPts val="0"/>
              </a:spcAft>
              <a:buSzPts val="3200"/>
              <a:buChar char="»"/>
            </a:pPr>
            <a:r>
              <a:rPr lang="es-ES" sz="3200"/>
              <a:t>Sincronización  </a:t>
            </a:r>
            <a:endParaRPr/>
          </a:p>
          <a:p>
            <a:pPr marL="260350" lvl="1" indent="-257175" algn="l" rtl="0">
              <a:lnSpc>
                <a:spcPct val="85000"/>
              </a:lnSpc>
              <a:spcBef>
                <a:spcPts val="450"/>
              </a:spcBef>
              <a:spcAft>
                <a:spcPts val="0"/>
              </a:spcAft>
              <a:buClr>
                <a:srgbClr val="262626"/>
              </a:buClr>
              <a:buSzPts val="3200"/>
              <a:buChar char=" "/>
            </a:pPr>
            <a:r>
              <a:rPr lang="es-ES" sz="3200"/>
              <a:t>Orquesta sinfónica</a:t>
            </a:r>
            <a:endParaRPr/>
          </a:p>
          <a:p>
            <a:pPr marL="260350" lvl="1" indent="-257175" algn="l" rtl="0">
              <a:lnSpc>
                <a:spcPct val="85000"/>
              </a:lnSpc>
              <a:spcBef>
                <a:spcPts val="450"/>
              </a:spcBef>
              <a:spcAft>
                <a:spcPts val="0"/>
              </a:spcAft>
              <a:buClr>
                <a:srgbClr val="262626"/>
              </a:buClr>
              <a:buSzPts val="3200"/>
              <a:buChar char=" "/>
            </a:pPr>
            <a:r>
              <a:rPr lang="es-ES" sz="3200"/>
              <a:t>Compartir archivos</a:t>
            </a:r>
            <a:endParaRPr/>
          </a:p>
          <a:p>
            <a:pPr marL="260350" lvl="1" indent="-142875" algn="l" rtl="0">
              <a:lnSpc>
                <a:spcPct val="85000"/>
              </a:lnSpc>
              <a:spcBef>
                <a:spcPts val="450"/>
              </a:spcBef>
              <a:spcAft>
                <a:spcPts val="0"/>
              </a:spcAft>
              <a:buClr>
                <a:srgbClr val="262626"/>
              </a:buClr>
              <a:buSzPts val="1800"/>
              <a:buNone/>
            </a:pPr>
            <a:endParaRPr/>
          </a:p>
          <a:p>
            <a:pPr marL="260350" lvl="1" indent="-142875" algn="l" rtl="0">
              <a:lnSpc>
                <a:spcPct val="85000"/>
              </a:lnSpc>
              <a:spcBef>
                <a:spcPts val="450"/>
              </a:spcBef>
              <a:spcAft>
                <a:spcPts val="0"/>
              </a:spcAft>
              <a:buClr>
                <a:srgbClr val="262626"/>
              </a:buClr>
              <a:buSzPts val="1800"/>
              <a:buNone/>
            </a:pPr>
            <a:endParaRPr/>
          </a:p>
          <a:p>
            <a:pPr marL="260350" lvl="1" indent="-142875" algn="l" rtl="0">
              <a:lnSpc>
                <a:spcPct val="85000"/>
              </a:lnSpc>
              <a:spcBef>
                <a:spcPts val="450"/>
              </a:spcBef>
              <a:spcAft>
                <a:spcPts val="0"/>
              </a:spcAft>
              <a:buClr>
                <a:srgbClr val="262626"/>
              </a:buClr>
              <a:buSzPts val="1800"/>
              <a:buNone/>
            </a:pPr>
            <a:endParaRPr/>
          </a:p>
          <a:p>
            <a:pPr marL="260350" lvl="1" indent="-142875" algn="l" rtl="0">
              <a:lnSpc>
                <a:spcPct val="85000"/>
              </a:lnSpc>
              <a:spcBef>
                <a:spcPts val="450"/>
              </a:spcBef>
              <a:spcAft>
                <a:spcPts val="0"/>
              </a:spcAft>
              <a:buClr>
                <a:srgbClr val="262626"/>
              </a:buClr>
              <a:buSzPts val="1800"/>
              <a:buNone/>
            </a:pPr>
            <a:endParaRPr/>
          </a:p>
          <a:p>
            <a:pPr marL="68263" lvl="0" indent="-203200" algn="l" rtl="0">
              <a:lnSpc>
                <a:spcPct val="85000"/>
              </a:lnSpc>
              <a:spcBef>
                <a:spcPts val="975"/>
              </a:spcBef>
              <a:spcAft>
                <a:spcPts val="0"/>
              </a:spcAft>
              <a:buSzPts val="3200"/>
              <a:buChar char="»"/>
            </a:pPr>
            <a:r>
              <a:rPr lang="es-ES" sz="3200"/>
              <a:t>Las tareas que ocurren en paralelo y se necesita alguna forma de controlar los eventos para cambiar de estado</a:t>
            </a:r>
            <a:endParaRPr/>
          </a:p>
          <a:p>
            <a:pPr marL="260350" lvl="1" indent="-257175" algn="l" rtl="0">
              <a:lnSpc>
                <a:spcPct val="85000"/>
              </a:lnSpc>
              <a:spcBef>
                <a:spcPts val="450"/>
              </a:spcBef>
              <a:spcAft>
                <a:spcPts val="0"/>
              </a:spcAft>
              <a:buClr>
                <a:srgbClr val="262626"/>
              </a:buClr>
              <a:buSzPts val="3200"/>
              <a:buChar char=" "/>
            </a:pPr>
            <a:r>
              <a:rPr lang="es-ES" sz="3200"/>
              <a:t>Estación de servicios</a:t>
            </a:r>
            <a:endParaRPr sz="3200"/>
          </a:p>
          <a:p>
            <a:pPr marL="68263" lvl="0" indent="0" algn="l" rtl="0">
              <a:lnSpc>
                <a:spcPct val="85000"/>
              </a:lnSpc>
              <a:spcBef>
                <a:spcPts val="975"/>
              </a:spcBef>
              <a:spcAft>
                <a:spcPts val="0"/>
              </a:spcAft>
              <a:buSzPts val="1800"/>
              <a:buNone/>
            </a:pPr>
            <a:endParaRPr/>
          </a:p>
        </p:txBody>
      </p:sp>
      <p:sp>
        <p:nvSpPr>
          <p:cNvPr id="590" name="Google Shape;590;p8"/>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591" name="Google Shape;591;p8"/>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6</a:t>
            </a:fld>
            <a:endParaRPr/>
          </a:p>
        </p:txBody>
      </p:sp>
      <p:pic>
        <p:nvPicPr>
          <p:cNvPr id="592" name="Google Shape;592;p8" descr="http://upload.wikimedia.org/wikipedia/commons/thumb/7/79/GasStationHiroshima.jpg/300px-GasStationHiroshima.jpg"/>
          <p:cNvPicPr preferRelativeResize="0"/>
          <p:nvPr/>
        </p:nvPicPr>
        <p:blipFill rotWithShape="1">
          <a:blip r:embed="rId3">
            <a:alphaModFix/>
          </a:blip>
          <a:srcRect/>
          <a:stretch/>
        </p:blipFill>
        <p:spPr>
          <a:xfrm>
            <a:off x="8854198" y="4353679"/>
            <a:ext cx="2857500" cy="1905000"/>
          </a:xfrm>
          <a:prstGeom prst="rect">
            <a:avLst/>
          </a:prstGeom>
          <a:noFill/>
          <a:ln>
            <a:noFill/>
          </a:ln>
        </p:spPr>
      </p:pic>
      <p:pic>
        <p:nvPicPr>
          <p:cNvPr id="593" name="Google Shape;593;p8" descr="http://revel.cl/wp-content/uploads/2010/07/orquesta.jpg"/>
          <p:cNvPicPr preferRelativeResize="0"/>
          <p:nvPr/>
        </p:nvPicPr>
        <p:blipFill rotWithShape="1">
          <a:blip r:embed="rId4">
            <a:alphaModFix/>
          </a:blip>
          <a:srcRect/>
          <a:stretch/>
        </p:blipFill>
        <p:spPr>
          <a:xfrm>
            <a:off x="7581978" y="2011680"/>
            <a:ext cx="2847266" cy="21368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9">
                                            <p:txEl>
                                              <p:pRg st="0" end="0"/>
                                            </p:txEl>
                                          </p:spTgt>
                                        </p:tgtEl>
                                        <p:attrNameLst>
                                          <p:attrName>style.visibility</p:attrName>
                                        </p:attrNameLst>
                                      </p:cBhvr>
                                      <p:to>
                                        <p:strVal val="visible"/>
                                      </p:to>
                                    </p:set>
                                    <p:animEffect transition="in" filter="fade">
                                      <p:cBhvr>
                                        <p:cTn id="7" dur="2000"/>
                                        <p:tgtEl>
                                          <p:spTgt spid="5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9">
                                            <p:txEl>
                                              <p:pRg st="1" end="1"/>
                                            </p:txEl>
                                          </p:spTgt>
                                        </p:tgtEl>
                                        <p:attrNameLst>
                                          <p:attrName>style.visibility</p:attrName>
                                        </p:attrNameLst>
                                      </p:cBhvr>
                                      <p:to>
                                        <p:strVal val="visible"/>
                                      </p:to>
                                    </p:set>
                                    <p:animEffect transition="in" filter="fade">
                                      <p:cBhvr>
                                        <p:cTn id="12" dur="2000"/>
                                        <p:tgtEl>
                                          <p:spTgt spid="5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9">
                                            <p:txEl>
                                              <p:pRg st="2" end="2"/>
                                            </p:txEl>
                                          </p:spTgt>
                                        </p:tgtEl>
                                        <p:attrNameLst>
                                          <p:attrName>style.visibility</p:attrName>
                                        </p:attrNameLst>
                                      </p:cBhvr>
                                      <p:to>
                                        <p:strVal val="visible"/>
                                      </p:to>
                                    </p:set>
                                    <p:animEffect transition="in" filter="fade">
                                      <p:cBhvr>
                                        <p:cTn id="17" dur="2000"/>
                                        <p:tgtEl>
                                          <p:spTgt spid="5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89">
                                            <p:txEl>
                                              <p:pRg st="3" end="3"/>
                                            </p:txEl>
                                          </p:spTgt>
                                        </p:tgtEl>
                                        <p:attrNameLst>
                                          <p:attrName>style.visibility</p:attrName>
                                        </p:attrNameLst>
                                      </p:cBhvr>
                                      <p:to>
                                        <p:strVal val="visible"/>
                                      </p:to>
                                    </p:set>
                                    <p:animEffect transition="in" filter="fade">
                                      <p:cBhvr>
                                        <p:cTn id="22" dur="2000"/>
                                        <p:tgtEl>
                                          <p:spTgt spid="5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89">
                                            <p:txEl>
                                              <p:pRg st="4" end="4"/>
                                            </p:txEl>
                                          </p:spTgt>
                                        </p:tgtEl>
                                        <p:attrNameLst>
                                          <p:attrName>style.visibility</p:attrName>
                                        </p:attrNameLst>
                                      </p:cBhvr>
                                      <p:to>
                                        <p:strVal val="visible"/>
                                      </p:to>
                                    </p:set>
                                    <p:animEffect transition="in" filter="fade">
                                      <p:cBhvr>
                                        <p:cTn id="27" dur="2000"/>
                                        <p:tgtEl>
                                          <p:spTgt spid="58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89">
                                            <p:txEl>
                                              <p:pRg st="5" end="5"/>
                                            </p:txEl>
                                          </p:spTgt>
                                        </p:tgtEl>
                                        <p:attrNameLst>
                                          <p:attrName>style.visibility</p:attrName>
                                        </p:attrNameLst>
                                      </p:cBhvr>
                                      <p:to>
                                        <p:strVal val="visible"/>
                                      </p:to>
                                    </p:set>
                                    <p:animEffect transition="in" filter="fade">
                                      <p:cBhvr>
                                        <p:cTn id="32" dur="2000"/>
                                        <p:tgtEl>
                                          <p:spTgt spid="58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89">
                                            <p:txEl>
                                              <p:pRg st="6" end="6"/>
                                            </p:txEl>
                                          </p:spTgt>
                                        </p:tgtEl>
                                        <p:attrNameLst>
                                          <p:attrName>style.visibility</p:attrName>
                                        </p:attrNameLst>
                                      </p:cBhvr>
                                      <p:to>
                                        <p:strVal val="visible"/>
                                      </p:to>
                                    </p:set>
                                    <p:animEffect transition="in" filter="fade">
                                      <p:cBhvr>
                                        <p:cTn id="37" dur="2000"/>
                                        <p:tgtEl>
                                          <p:spTgt spid="58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89">
                                            <p:txEl>
                                              <p:pRg st="7" end="7"/>
                                            </p:txEl>
                                          </p:spTgt>
                                        </p:tgtEl>
                                        <p:attrNameLst>
                                          <p:attrName>style.visibility</p:attrName>
                                        </p:attrNameLst>
                                      </p:cBhvr>
                                      <p:to>
                                        <p:strVal val="visible"/>
                                      </p:to>
                                    </p:set>
                                    <p:animEffect transition="in" filter="fade">
                                      <p:cBhvr>
                                        <p:cTn id="42" dur="2000"/>
                                        <p:tgtEl>
                                          <p:spTgt spid="58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89">
                                            <p:txEl>
                                              <p:pRg st="8" end="8"/>
                                            </p:txEl>
                                          </p:spTgt>
                                        </p:tgtEl>
                                        <p:attrNameLst>
                                          <p:attrName>style.visibility</p:attrName>
                                        </p:attrNameLst>
                                      </p:cBhvr>
                                      <p:to>
                                        <p:strVal val="visible"/>
                                      </p:to>
                                    </p:set>
                                    <p:animEffect transition="in" filter="fade">
                                      <p:cBhvr>
                                        <p:cTn id="47" dur="2000"/>
                                        <p:tgtEl>
                                          <p:spTgt spid="58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89">
                                            <p:txEl>
                                              <p:pRg st="9" end="9"/>
                                            </p:txEl>
                                          </p:spTgt>
                                        </p:tgtEl>
                                        <p:attrNameLst>
                                          <p:attrName>style.visibility</p:attrName>
                                        </p:attrNameLst>
                                      </p:cBhvr>
                                      <p:to>
                                        <p:strVal val="visible"/>
                                      </p:to>
                                    </p:set>
                                    <p:animEffect transition="in" filter="fade">
                                      <p:cBhvr>
                                        <p:cTn id="52" dur="2000"/>
                                        <p:tgtEl>
                                          <p:spTgt spid="58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603" name="Google Shape;603;p9"/>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68263" lvl="0" indent="0" algn="l" rtl="0">
              <a:lnSpc>
                <a:spcPct val="85000"/>
              </a:lnSpc>
              <a:spcBef>
                <a:spcPts val="0"/>
              </a:spcBef>
              <a:spcAft>
                <a:spcPts val="0"/>
              </a:spcAft>
              <a:buSzPts val="1800"/>
              <a:buNone/>
            </a:pPr>
            <a:endParaRPr/>
          </a:p>
          <a:p>
            <a:pPr marL="68263" lvl="0" indent="-177800" algn="l" rtl="0">
              <a:lnSpc>
                <a:spcPct val="85000"/>
              </a:lnSpc>
              <a:spcBef>
                <a:spcPts val="975"/>
              </a:spcBef>
              <a:spcAft>
                <a:spcPts val="0"/>
              </a:spcAft>
              <a:buSzPts val="2800"/>
              <a:buChar char="»"/>
            </a:pPr>
            <a:r>
              <a:rPr lang="es-ES" sz="2800"/>
              <a:t>EVENTOS o ACCIONES  </a:t>
            </a:r>
            <a:endParaRPr/>
          </a:p>
          <a:p>
            <a:pPr marL="68263" lvl="0" indent="0" algn="l" rtl="0">
              <a:lnSpc>
                <a:spcPct val="85000"/>
              </a:lnSpc>
              <a:spcBef>
                <a:spcPts val="975"/>
              </a:spcBef>
              <a:spcAft>
                <a:spcPts val="0"/>
              </a:spcAft>
              <a:buSzPts val="2800"/>
              <a:buNone/>
            </a:pPr>
            <a:endParaRPr sz="2800"/>
          </a:p>
          <a:p>
            <a:pPr marL="68263" lvl="0" indent="-177800" algn="l" rtl="0">
              <a:lnSpc>
                <a:spcPct val="85000"/>
              </a:lnSpc>
              <a:spcBef>
                <a:spcPts val="975"/>
              </a:spcBef>
              <a:spcAft>
                <a:spcPts val="0"/>
              </a:spcAft>
              <a:buSzPts val="2800"/>
              <a:buChar char="»"/>
            </a:pPr>
            <a:r>
              <a:rPr lang="es-ES" sz="2800"/>
              <a:t>ESTADOS o CONDICIONES</a:t>
            </a:r>
            <a:endParaRPr/>
          </a:p>
          <a:p>
            <a:pPr marL="68263" lvl="0" indent="0" algn="l" rtl="0">
              <a:lnSpc>
                <a:spcPct val="85000"/>
              </a:lnSpc>
              <a:spcBef>
                <a:spcPts val="975"/>
              </a:spcBef>
              <a:spcAft>
                <a:spcPts val="0"/>
              </a:spcAft>
              <a:buSzPts val="2800"/>
              <a:buNone/>
            </a:pPr>
            <a:endParaRPr sz="2800"/>
          </a:p>
          <a:p>
            <a:pPr marL="68263" lvl="0" indent="0" algn="l" rtl="0">
              <a:lnSpc>
                <a:spcPct val="85000"/>
              </a:lnSpc>
              <a:spcBef>
                <a:spcPts val="975"/>
              </a:spcBef>
              <a:spcAft>
                <a:spcPts val="0"/>
              </a:spcAft>
              <a:buSzPts val="2800"/>
              <a:buNone/>
            </a:pPr>
            <a:endParaRPr sz="2800"/>
          </a:p>
          <a:p>
            <a:pPr marL="68263" lvl="0" indent="-177800" algn="l" rtl="0">
              <a:lnSpc>
                <a:spcPct val="85000"/>
              </a:lnSpc>
              <a:spcBef>
                <a:spcPts val="975"/>
              </a:spcBef>
              <a:spcAft>
                <a:spcPts val="0"/>
              </a:spcAft>
              <a:buSzPts val="2800"/>
              <a:buChar char="»"/>
            </a:pPr>
            <a:r>
              <a:rPr lang="es-ES" sz="2800"/>
              <a:t>Los eventos se representan como transiciones (T).  </a:t>
            </a:r>
            <a:endParaRPr/>
          </a:p>
          <a:p>
            <a:pPr marL="68263" lvl="0" indent="-177800" algn="l" rtl="0">
              <a:lnSpc>
                <a:spcPct val="85000"/>
              </a:lnSpc>
              <a:spcBef>
                <a:spcPts val="975"/>
              </a:spcBef>
              <a:spcAft>
                <a:spcPts val="0"/>
              </a:spcAft>
              <a:buSzPts val="2800"/>
              <a:buChar char="»"/>
            </a:pPr>
            <a:r>
              <a:rPr lang="es-ES" sz="2800"/>
              <a:t>Los estados se representan como lugares o sitios (P).</a:t>
            </a:r>
            <a:endParaRPr/>
          </a:p>
          <a:p>
            <a:pPr marL="68263" lvl="0" indent="0" algn="l" rtl="0">
              <a:lnSpc>
                <a:spcPct val="85000"/>
              </a:lnSpc>
              <a:spcBef>
                <a:spcPts val="975"/>
              </a:spcBef>
              <a:spcAft>
                <a:spcPts val="0"/>
              </a:spcAft>
              <a:buSzPts val="1800"/>
              <a:buNone/>
            </a:pPr>
            <a:endParaRPr/>
          </a:p>
        </p:txBody>
      </p:sp>
      <p:sp>
        <p:nvSpPr>
          <p:cNvPr id="604" name="Google Shape;604;p9"/>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605" name="Google Shape;605;p9"/>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1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615" name="Google Shape;615;p10"/>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68263" lvl="0" indent="-177800" algn="l" rtl="0">
              <a:lnSpc>
                <a:spcPct val="85000"/>
              </a:lnSpc>
              <a:spcBef>
                <a:spcPts val="0"/>
              </a:spcBef>
              <a:spcAft>
                <a:spcPts val="0"/>
              </a:spcAft>
              <a:buSzPts val="2800"/>
              <a:buChar char="»"/>
            </a:pPr>
            <a:r>
              <a:rPr lang="es-ES" sz="2800"/>
              <a:t>Caso más simple:</a:t>
            </a:r>
            <a:endParaRPr/>
          </a:p>
          <a:p>
            <a:pPr marL="260350" lvl="1" indent="-257175" algn="l" rtl="0">
              <a:lnSpc>
                <a:spcPct val="85000"/>
              </a:lnSpc>
              <a:spcBef>
                <a:spcPts val="450"/>
              </a:spcBef>
              <a:spcAft>
                <a:spcPts val="0"/>
              </a:spcAft>
              <a:buClr>
                <a:srgbClr val="262626"/>
              </a:buClr>
              <a:buSzPts val="2800"/>
              <a:buChar char=" "/>
            </a:pPr>
            <a:r>
              <a:rPr lang="es-ES" sz="2800"/>
              <a:t>f(EstadoA, Evento) -&gt; EstadoS</a:t>
            </a:r>
            <a:endParaRPr sz="2800"/>
          </a:p>
          <a:p>
            <a:pPr marL="68263" lvl="0" indent="-177800" algn="l" rtl="0">
              <a:lnSpc>
                <a:spcPct val="85000"/>
              </a:lnSpc>
              <a:spcBef>
                <a:spcPts val="975"/>
              </a:spcBef>
              <a:spcAft>
                <a:spcPts val="0"/>
              </a:spcAft>
              <a:buSzPts val="2800"/>
              <a:buChar char="»"/>
            </a:pPr>
            <a:r>
              <a:rPr lang="es-ES" sz="2800"/>
              <a:t>Se requieren varios eventos para pasar de un estado a otro. Los eventos NO ocurren en un orden determinado.</a:t>
            </a:r>
            <a:endParaRPr/>
          </a:p>
          <a:p>
            <a:pPr marL="260350" lvl="1" indent="-257175" algn="l" rtl="0">
              <a:lnSpc>
                <a:spcPct val="85000"/>
              </a:lnSpc>
              <a:spcBef>
                <a:spcPts val="450"/>
              </a:spcBef>
              <a:spcAft>
                <a:spcPts val="0"/>
              </a:spcAft>
              <a:buClr>
                <a:srgbClr val="262626"/>
              </a:buClr>
              <a:buSzPts val="2800"/>
              <a:buChar char=" "/>
            </a:pPr>
            <a:r>
              <a:rPr lang="es-ES" sz="2800"/>
              <a:t>f(EstadoA, Even1,Even2...EvenN)-&gt;EstadoS</a:t>
            </a:r>
            <a:endParaRPr sz="2800"/>
          </a:p>
          <a:p>
            <a:pPr marL="68263" lvl="0" indent="-177800" algn="l" rtl="0">
              <a:lnSpc>
                <a:spcPct val="85000"/>
              </a:lnSpc>
              <a:spcBef>
                <a:spcPts val="975"/>
              </a:spcBef>
              <a:spcAft>
                <a:spcPts val="0"/>
              </a:spcAft>
              <a:buSzPts val="2800"/>
              <a:buChar char="»"/>
            </a:pPr>
            <a:r>
              <a:rPr lang="es-ES" sz="2800"/>
              <a:t>Se requieren varios eventos para habilitar el paso del estado a otros varios estados que se ejecutan en paralelo. </a:t>
            </a:r>
            <a:endParaRPr/>
          </a:p>
          <a:p>
            <a:pPr marL="260350" lvl="1" indent="-257175" algn="l" rtl="0">
              <a:lnSpc>
                <a:spcPct val="85000"/>
              </a:lnSpc>
              <a:spcBef>
                <a:spcPts val="450"/>
              </a:spcBef>
              <a:spcAft>
                <a:spcPts val="0"/>
              </a:spcAft>
              <a:buClr>
                <a:srgbClr val="262626"/>
              </a:buClr>
              <a:buSzPts val="2800"/>
              <a:buChar char=" "/>
            </a:pPr>
            <a:r>
              <a:rPr lang="es-ES" sz="2800"/>
              <a:t>f(EstadoA, Even1,Even2...EvenN)-&gt;  Estado1, Estado2…, EstadoN</a:t>
            </a:r>
            <a:endParaRPr sz="2800"/>
          </a:p>
          <a:p>
            <a:pPr marL="68263" lvl="0" indent="0" algn="l" rtl="0">
              <a:lnSpc>
                <a:spcPct val="85000"/>
              </a:lnSpc>
              <a:spcBef>
                <a:spcPts val="975"/>
              </a:spcBef>
              <a:spcAft>
                <a:spcPts val="0"/>
              </a:spcAft>
              <a:buSzPts val="1800"/>
              <a:buNone/>
            </a:pPr>
            <a:endParaRPr/>
          </a:p>
        </p:txBody>
      </p:sp>
      <p:sp>
        <p:nvSpPr>
          <p:cNvPr id="616" name="Google Shape;616;p10"/>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617" name="Google Shape;617;p10"/>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623" name="Google Shape;623;p11"/>
          <p:cNvSpPr txBox="1">
            <a:spLocks noGrp="1"/>
          </p:cNvSpPr>
          <p:nvPr>
            <p:ph type="body" idx="1"/>
          </p:nvPr>
        </p:nvSpPr>
        <p:spPr>
          <a:xfrm>
            <a:off x="676275" y="1844825"/>
            <a:ext cx="10753725" cy="3933675"/>
          </a:xfrm>
          <a:prstGeom prst="rect">
            <a:avLst/>
          </a:prstGeom>
          <a:noFill/>
          <a:ln>
            <a:noFill/>
          </a:ln>
        </p:spPr>
        <p:txBody>
          <a:bodyPr spcFirstLastPara="1" wrap="square" lIns="91425" tIns="45700" rIns="91425" bIns="45700" anchor="t" anchorCtr="0">
            <a:normAutofit/>
          </a:bodyPr>
          <a:lstStyle/>
          <a:p>
            <a:pPr marL="68263" lvl="0" indent="-152400" algn="l" rtl="0">
              <a:lnSpc>
                <a:spcPct val="85000"/>
              </a:lnSpc>
              <a:spcBef>
                <a:spcPts val="0"/>
              </a:spcBef>
              <a:spcAft>
                <a:spcPts val="0"/>
              </a:spcAft>
              <a:buSzPts val="2400"/>
              <a:buChar char="»"/>
            </a:pPr>
            <a:r>
              <a:rPr lang="es-ES" sz="2400"/>
              <a:t>Definición formal:</a:t>
            </a:r>
            <a:endParaRPr/>
          </a:p>
        </p:txBody>
      </p:sp>
      <p:sp>
        <p:nvSpPr>
          <p:cNvPr id="624" name="Google Shape;624;p11"/>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625" name="Google Shape;625;p11"/>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9</a:t>
            </a:fld>
            <a:endParaRPr/>
          </a:p>
        </p:txBody>
      </p:sp>
      <p:sp>
        <p:nvSpPr>
          <p:cNvPr id="626" name="Google Shape;626;p11"/>
          <p:cNvSpPr/>
          <p:nvPr/>
        </p:nvSpPr>
        <p:spPr>
          <a:xfrm>
            <a:off x="6096000" y="4509120"/>
            <a:ext cx="2088232" cy="11079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200" b="0" i="0" u="none" strike="noStrike" cap="none" dirty="0">
                <a:solidFill>
                  <a:srgbClr val="FF0000"/>
                </a:solidFill>
                <a:latin typeface="Arial"/>
                <a:ea typeface="Arial"/>
                <a:cs typeface="Arial"/>
                <a:sym typeface="Arial"/>
              </a:rPr>
              <a:t>Función de entrada</a:t>
            </a:r>
            <a:endParaRPr dirty="0"/>
          </a:p>
          <a:p>
            <a:pPr marL="0" marR="0" lvl="0" indent="0" algn="ctr" rtl="0">
              <a:spcBef>
                <a:spcPts val="0"/>
              </a:spcBef>
              <a:spcAft>
                <a:spcPts val="0"/>
              </a:spcAft>
              <a:buNone/>
            </a:pPr>
            <a:r>
              <a:rPr lang="es-ES" sz="2200" b="0" i="0" u="none" strike="noStrike" cap="none" dirty="0">
                <a:solidFill>
                  <a:schemeClr val="dk1"/>
                </a:solidFill>
                <a:latin typeface="Arial"/>
                <a:ea typeface="Arial"/>
                <a:cs typeface="Arial"/>
                <a:sym typeface="Arial"/>
              </a:rPr>
              <a:t>I:T-&gt;P         	</a:t>
            </a:r>
            <a:endParaRPr sz="2200" b="0" i="0" u="none" strike="noStrike" cap="none" dirty="0">
              <a:solidFill>
                <a:schemeClr val="dk1"/>
              </a:solidFill>
              <a:latin typeface="Calibri"/>
              <a:ea typeface="Calibri"/>
              <a:cs typeface="Calibri"/>
              <a:sym typeface="Calibri"/>
            </a:endParaRPr>
          </a:p>
        </p:txBody>
      </p:sp>
      <p:sp>
        <p:nvSpPr>
          <p:cNvPr id="627" name="Google Shape;627;p11"/>
          <p:cNvSpPr/>
          <p:nvPr/>
        </p:nvSpPr>
        <p:spPr>
          <a:xfrm>
            <a:off x="1282725" y="4149081"/>
            <a:ext cx="2733441"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ES" sz="2200" b="0" i="0" u="none" strike="noStrike" cap="none">
                <a:solidFill>
                  <a:srgbClr val="FF0000"/>
                </a:solidFill>
                <a:latin typeface="Arial"/>
                <a:ea typeface="Arial"/>
                <a:cs typeface="Arial"/>
                <a:sym typeface="Arial"/>
              </a:rPr>
              <a:t>Lugares</a:t>
            </a:r>
            <a:endParaRPr/>
          </a:p>
          <a:p>
            <a:pPr marL="0" marR="0" lvl="0" indent="0" algn="l" rtl="0">
              <a:spcBef>
                <a:spcPts val="0"/>
              </a:spcBef>
              <a:spcAft>
                <a:spcPts val="0"/>
              </a:spcAft>
              <a:buNone/>
            </a:pPr>
            <a:r>
              <a:rPr lang="es-ES" sz="2200" b="0" i="0" u="none" strike="noStrike" cap="none">
                <a:solidFill>
                  <a:schemeClr val="dk1"/>
                </a:solidFill>
                <a:latin typeface="Arial"/>
                <a:ea typeface="Arial"/>
                <a:cs typeface="Arial"/>
                <a:sym typeface="Arial"/>
              </a:rPr>
              <a:t>P={P1,P2,...Pm}</a:t>
            </a:r>
            <a:endParaRPr sz="2200">
              <a:solidFill>
                <a:schemeClr val="dk1"/>
              </a:solidFill>
              <a:latin typeface="Calibri"/>
              <a:ea typeface="Calibri"/>
              <a:cs typeface="Calibri"/>
              <a:sym typeface="Calibri"/>
            </a:endParaRPr>
          </a:p>
        </p:txBody>
      </p:sp>
      <p:sp>
        <p:nvSpPr>
          <p:cNvPr id="628" name="Google Shape;628;p11"/>
          <p:cNvSpPr/>
          <p:nvPr/>
        </p:nvSpPr>
        <p:spPr>
          <a:xfrm>
            <a:off x="3359696" y="4725145"/>
            <a:ext cx="2952328" cy="1158779"/>
          </a:xfrm>
          <a:prstGeom prst="rect">
            <a:avLst/>
          </a:prstGeom>
          <a:noFill/>
          <a:ln>
            <a:noFill/>
          </a:ln>
        </p:spPr>
        <p:txBody>
          <a:bodyPr spcFirstLastPara="1" wrap="square" lIns="91425" tIns="45700" rIns="91425" bIns="45700" anchor="t" anchorCtr="0">
            <a:spAutoFit/>
          </a:bodyPr>
          <a:lstStyle/>
          <a:p>
            <a:pPr marL="0" marR="0" lvl="0" indent="0" algn="ctr" rtl="0">
              <a:lnSpc>
                <a:spcPct val="105000"/>
              </a:lnSpc>
              <a:spcBef>
                <a:spcPts val="0"/>
              </a:spcBef>
              <a:spcAft>
                <a:spcPts val="0"/>
              </a:spcAft>
              <a:buNone/>
            </a:pPr>
            <a:r>
              <a:rPr lang="es-ES" sz="2200">
                <a:solidFill>
                  <a:srgbClr val="FF0000"/>
                </a:solidFill>
                <a:latin typeface="Arial"/>
                <a:ea typeface="Arial"/>
                <a:cs typeface="Arial"/>
                <a:sym typeface="Arial"/>
              </a:rPr>
              <a:t>Transiciones</a:t>
            </a:r>
            <a:endParaRPr/>
          </a:p>
          <a:p>
            <a:pPr marL="0" marR="0" lvl="0" indent="0" algn="ctr" rtl="0">
              <a:lnSpc>
                <a:spcPct val="105000"/>
              </a:lnSpc>
              <a:spcBef>
                <a:spcPts val="0"/>
              </a:spcBef>
              <a:spcAft>
                <a:spcPts val="0"/>
              </a:spcAft>
              <a:buNone/>
            </a:pPr>
            <a:r>
              <a:rPr lang="es-ES" sz="2200">
                <a:solidFill>
                  <a:schemeClr val="dk1"/>
                </a:solidFill>
                <a:latin typeface="Arial"/>
                <a:ea typeface="Arial"/>
                <a:cs typeface="Arial"/>
                <a:sym typeface="Arial"/>
              </a:rPr>
              <a:t>T={T1,T2,...Tn}     	</a:t>
            </a:r>
            <a:endParaRPr/>
          </a:p>
        </p:txBody>
      </p:sp>
      <p:sp>
        <p:nvSpPr>
          <p:cNvPr id="629" name="Google Shape;629;p11"/>
          <p:cNvSpPr/>
          <p:nvPr/>
        </p:nvSpPr>
        <p:spPr>
          <a:xfrm>
            <a:off x="7968208" y="4437113"/>
            <a:ext cx="2278090" cy="1191095"/>
          </a:xfrm>
          <a:prstGeom prst="rect">
            <a:avLst/>
          </a:prstGeom>
          <a:noFill/>
          <a:ln>
            <a:noFill/>
          </a:ln>
        </p:spPr>
        <p:txBody>
          <a:bodyPr spcFirstLastPara="1" wrap="square" lIns="91425" tIns="45700" rIns="91425" bIns="45700" anchor="t" anchorCtr="0">
            <a:spAutoFit/>
          </a:bodyPr>
          <a:lstStyle/>
          <a:p>
            <a:pPr marL="0" marR="0" lvl="0" indent="0" algn="ctr" rtl="0">
              <a:lnSpc>
                <a:spcPct val="105000"/>
              </a:lnSpc>
              <a:spcBef>
                <a:spcPts val="0"/>
              </a:spcBef>
              <a:spcAft>
                <a:spcPts val="0"/>
              </a:spcAft>
              <a:buNone/>
            </a:pPr>
            <a:r>
              <a:rPr lang="es-ES" sz="2200" dirty="0">
                <a:solidFill>
                  <a:srgbClr val="FF0000"/>
                </a:solidFill>
                <a:latin typeface="Arial"/>
                <a:ea typeface="Arial"/>
                <a:cs typeface="Arial"/>
                <a:sym typeface="Arial"/>
              </a:rPr>
              <a:t>Función de salida</a:t>
            </a:r>
            <a:endParaRPr dirty="0"/>
          </a:p>
          <a:p>
            <a:pPr marL="0" marR="0" lvl="0" indent="0" algn="ctr" rtl="0">
              <a:lnSpc>
                <a:spcPct val="105000"/>
              </a:lnSpc>
              <a:spcBef>
                <a:spcPts val="0"/>
              </a:spcBef>
              <a:spcAft>
                <a:spcPts val="0"/>
              </a:spcAft>
              <a:buNone/>
            </a:pPr>
            <a:r>
              <a:rPr lang="es-ES" sz="2200" dirty="0">
                <a:solidFill>
                  <a:schemeClr val="dk1"/>
                </a:solidFill>
                <a:latin typeface="Arial"/>
                <a:ea typeface="Arial"/>
                <a:cs typeface="Arial"/>
                <a:sym typeface="Arial"/>
              </a:rPr>
              <a:t>O:T-&gt;P</a:t>
            </a:r>
            <a:endParaRPr dirty="0"/>
          </a:p>
        </p:txBody>
      </p:sp>
      <p:cxnSp>
        <p:nvCxnSpPr>
          <p:cNvPr id="630" name="Google Shape;630;p11"/>
          <p:cNvCxnSpPr/>
          <p:nvPr/>
        </p:nvCxnSpPr>
        <p:spPr>
          <a:xfrm flipH="1">
            <a:off x="2351584" y="2924944"/>
            <a:ext cx="3312368" cy="1381732"/>
          </a:xfrm>
          <a:prstGeom prst="straightConnector1">
            <a:avLst/>
          </a:prstGeom>
          <a:noFill/>
          <a:ln w="9525" cap="flat" cmpd="sng">
            <a:solidFill>
              <a:schemeClr val="accent5">
                <a:lumMod val="50000"/>
              </a:schemeClr>
            </a:solidFill>
            <a:prstDash val="solid"/>
            <a:round/>
            <a:headEnd type="none" w="sm" len="sm"/>
            <a:tailEnd type="stealth" w="med" len="med"/>
          </a:ln>
        </p:spPr>
      </p:cxnSp>
      <p:cxnSp>
        <p:nvCxnSpPr>
          <p:cNvPr id="631" name="Google Shape;631;p11"/>
          <p:cNvCxnSpPr/>
          <p:nvPr/>
        </p:nvCxnSpPr>
        <p:spPr>
          <a:xfrm flipH="1">
            <a:off x="5375920" y="3284984"/>
            <a:ext cx="432048" cy="1165708"/>
          </a:xfrm>
          <a:prstGeom prst="straightConnector1">
            <a:avLst/>
          </a:prstGeom>
          <a:noFill/>
          <a:ln w="9525" cap="flat" cmpd="sng">
            <a:solidFill>
              <a:schemeClr val="accent5">
                <a:lumMod val="50000"/>
              </a:schemeClr>
            </a:solidFill>
            <a:prstDash val="solid"/>
            <a:round/>
            <a:headEnd type="none" w="sm" len="sm"/>
            <a:tailEnd type="stealth" w="med" len="med"/>
          </a:ln>
        </p:spPr>
      </p:cxnSp>
      <p:cxnSp>
        <p:nvCxnSpPr>
          <p:cNvPr id="632" name="Google Shape;632;p11"/>
          <p:cNvCxnSpPr/>
          <p:nvPr/>
        </p:nvCxnSpPr>
        <p:spPr>
          <a:xfrm flipH="1">
            <a:off x="7041590" y="3356994"/>
            <a:ext cx="134532" cy="1093698"/>
          </a:xfrm>
          <a:prstGeom prst="straightConnector1">
            <a:avLst/>
          </a:prstGeom>
          <a:noFill/>
          <a:ln w="9525" cap="flat" cmpd="sng">
            <a:solidFill>
              <a:schemeClr val="accent5">
                <a:lumMod val="50000"/>
              </a:schemeClr>
            </a:solidFill>
            <a:prstDash val="solid"/>
            <a:round/>
            <a:headEnd type="none" w="sm" len="sm"/>
            <a:tailEnd type="stealth" w="med" len="med"/>
          </a:ln>
        </p:spPr>
      </p:cxnSp>
      <p:cxnSp>
        <p:nvCxnSpPr>
          <p:cNvPr id="633" name="Google Shape;633;p11"/>
          <p:cNvCxnSpPr/>
          <p:nvPr/>
        </p:nvCxnSpPr>
        <p:spPr>
          <a:xfrm>
            <a:off x="8472264" y="3284984"/>
            <a:ext cx="648072" cy="1165708"/>
          </a:xfrm>
          <a:prstGeom prst="straightConnector1">
            <a:avLst/>
          </a:prstGeom>
          <a:noFill/>
          <a:ln w="9525" cap="flat" cmpd="sng">
            <a:solidFill>
              <a:schemeClr val="accent5">
                <a:lumMod val="50000"/>
              </a:schemeClr>
            </a:solidFill>
            <a:prstDash val="solid"/>
            <a:round/>
            <a:headEnd type="none" w="sm" len="sm"/>
            <a:tailEnd type="stealth" w="med" len="med"/>
          </a:ln>
        </p:spPr>
      </p:cxnSp>
      <p:sp>
        <p:nvSpPr>
          <p:cNvPr id="634" name="Google Shape;634;p11"/>
          <p:cNvSpPr/>
          <p:nvPr/>
        </p:nvSpPr>
        <p:spPr>
          <a:xfrm>
            <a:off x="2855640" y="1844825"/>
            <a:ext cx="6696744" cy="1555811"/>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chemeClr val="dk1"/>
              </a:buClr>
              <a:buSzPts val="2400"/>
              <a:buFont typeface="Noto Sans Symbols"/>
              <a:buNone/>
            </a:pPr>
            <a:r>
              <a:rPr lang="es-ES" sz="2400">
                <a:solidFill>
                  <a:schemeClr val="dk1"/>
                </a:solidFill>
                <a:latin typeface="Arial"/>
                <a:ea typeface="Arial"/>
                <a:cs typeface="Arial"/>
                <a:sym typeface="Arial"/>
              </a:rPr>
              <a:t>Una estructura de Red de Petri es una 4-upla</a:t>
            </a:r>
            <a:endParaRPr/>
          </a:p>
          <a:p>
            <a:pPr marL="0" marR="0" lvl="1" indent="0" algn="ctr" rtl="0">
              <a:lnSpc>
                <a:spcPct val="105000"/>
              </a:lnSpc>
              <a:spcBef>
                <a:spcPts val="0"/>
              </a:spcBef>
              <a:spcAft>
                <a:spcPts val="0"/>
              </a:spcAft>
              <a:buNone/>
            </a:pPr>
            <a:r>
              <a:rPr lang="es-ES" sz="5400" b="0" i="0" u="none" strike="noStrike" cap="none">
                <a:solidFill>
                  <a:schemeClr val="dk1"/>
                </a:solidFill>
                <a:latin typeface="Arial"/>
                <a:ea typeface="Arial"/>
                <a:cs typeface="Arial"/>
                <a:sym typeface="Arial"/>
              </a:rPr>
              <a:t>C=(</a:t>
            </a:r>
            <a:r>
              <a:rPr lang="es-ES" sz="5400" b="0" i="0" u="none" strike="noStrike" cap="none">
                <a:solidFill>
                  <a:schemeClr val="lt2"/>
                </a:solidFill>
                <a:latin typeface="Arial"/>
                <a:ea typeface="Arial"/>
                <a:cs typeface="Arial"/>
                <a:sym typeface="Arial"/>
              </a:rPr>
              <a:t>P</a:t>
            </a:r>
            <a:r>
              <a:rPr lang="es-ES" sz="5400" b="0" i="0" u="none" strike="noStrike" cap="none">
                <a:solidFill>
                  <a:schemeClr val="dk1"/>
                </a:solidFill>
                <a:latin typeface="Arial"/>
                <a:ea typeface="Arial"/>
                <a:cs typeface="Arial"/>
                <a:sym typeface="Arial"/>
              </a:rPr>
              <a:t>, </a:t>
            </a:r>
            <a:r>
              <a:rPr lang="es-ES" sz="5400" b="0" i="0" u="none" strike="noStrike" cap="none">
                <a:solidFill>
                  <a:schemeClr val="dk2"/>
                </a:solidFill>
                <a:latin typeface="Arial"/>
                <a:ea typeface="Arial"/>
                <a:cs typeface="Arial"/>
                <a:sym typeface="Arial"/>
              </a:rPr>
              <a:t>T</a:t>
            </a:r>
            <a:r>
              <a:rPr lang="es-ES" sz="5400" b="0" i="0" u="none" strike="noStrike" cap="none">
                <a:solidFill>
                  <a:schemeClr val="dk1"/>
                </a:solidFill>
                <a:latin typeface="Arial"/>
                <a:ea typeface="Arial"/>
                <a:cs typeface="Arial"/>
                <a:sym typeface="Arial"/>
              </a:rPr>
              <a:t>, </a:t>
            </a:r>
            <a:r>
              <a:rPr lang="es-ES" sz="5400" b="0" i="0" u="none" strike="noStrike" cap="none">
                <a:solidFill>
                  <a:schemeClr val="accent1"/>
                </a:solidFill>
                <a:latin typeface="Arial"/>
                <a:ea typeface="Arial"/>
                <a:cs typeface="Arial"/>
                <a:sym typeface="Arial"/>
              </a:rPr>
              <a:t>I</a:t>
            </a:r>
            <a:r>
              <a:rPr lang="es-ES" sz="5400" b="0" i="0" u="none" strike="noStrike" cap="none">
                <a:solidFill>
                  <a:schemeClr val="dk1"/>
                </a:solidFill>
                <a:latin typeface="Arial"/>
                <a:ea typeface="Arial"/>
                <a:cs typeface="Arial"/>
                <a:sym typeface="Arial"/>
              </a:rPr>
              <a:t>, </a:t>
            </a:r>
            <a:r>
              <a:rPr lang="es-ES" sz="5400" b="0" i="0" u="none" strike="noStrike" cap="none">
                <a:solidFill>
                  <a:schemeClr val="accent5"/>
                </a:solidFill>
                <a:latin typeface="Arial"/>
                <a:ea typeface="Arial"/>
                <a:cs typeface="Arial"/>
                <a:sym typeface="Arial"/>
              </a:rPr>
              <a:t>O</a:t>
            </a:r>
            <a:r>
              <a:rPr lang="es-ES" sz="5400" b="0" i="0" u="none" strike="noStrike" cap="none">
                <a:solidFill>
                  <a:schemeClr val="dk1"/>
                </a:solidFill>
                <a:latin typeface="Arial"/>
                <a:ea typeface="Arial"/>
                <a:cs typeface="Arial"/>
                <a:sym typeface="Arial"/>
              </a:rPr>
              <a:t>)</a:t>
            </a:r>
            <a:endParaRPr/>
          </a:p>
        </p:txBody>
      </p:sp>
      <p:sp>
        <p:nvSpPr>
          <p:cNvPr id="635" name="Google Shape;635;p11"/>
          <p:cNvSpPr/>
          <p:nvPr/>
        </p:nvSpPr>
        <p:spPr>
          <a:xfrm>
            <a:off x="1919535" y="5661248"/>
            <a:ext cx="9596189"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dirty="0" err="1">
                <a:solidFill>
                  <a:schemeClr val="dk1"/>
                </a:solidFill>
                <a:latin typeface="Calibri"/>
                <a:ea typeface="Calibri"/>
                <a:cs typeface="Calibri"/>
                <a:sym typeface="Calibri"/>
              </a:rPr>
              <a:t>Multigrafo</a:t>
            </a:r>
            <a:r>
              <a:rPr lang="es-ES" sz="2400" dirty="0">
                <a:solidFill>
                  <a:schemeClr val="dk1"/>
                </a:solidFill>
                <a:latin typeface="Calibri"/>
                <a:ea typeface="Calibri"/>
                <a:cs typeface="Calibri"/>
                <a:sym typeface="Calibri"/>
              </a:rPr>
              <a:t> (de un nodo puede partir más de un arco), bipartito, dirigido </a:t>
            </a:r>
            <a:endParaRPr sz="2400" dirty="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1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641" name="Google Shape;641;p12"/>
          <p:cNvSpPr txBox="1">
            <a:spLocks noGrp="1"/>
          </p:cNvSpPr>
          <p:nvPr>
            <p:ph type="body" idx="1"/>
          </p:nvPr>
        </p:nvSpPr>
        <p:spPr>
          <a:prstGeom prst="rect">
            <a:avLst/>
          </a:prstGeom>
          <a:noFill/>
          <a:ln>
            <a:noFill/>
          </a:ln>
        </p:spPr>
        <p:txBody>
          <a:bodyPr spcFirstLastPara="1" wrap="square" lIns="91425" tIns="45700" rIns="91425" bIns="45700" anchor="t" anchorCtr="0">
            <a:normAutofit lnSpcReduction="10000"/>
          </a:bodyPr>
          <a:lstStyle/>
          <a:p>
            <a:pPr marL="68263" lvl="0" indent="-203200" algn="l" rtl="0">
              <a:lnSpc>
                <a:spcPct val="85000"/>
              </a:lnSpc>
              <a:spcBef>
                <a:spcPts val="0"/>
              </a:spcBef>
              <a:spcAft>
                <a:spcPts val="0"/>
              </a:spcAft>
              <a:buSzPts val="3200"/>
              <a:buChar char="»"/>
            </a:pPr>
            <a:r>
              <a:rPr lang="es-ES" sz="3200"/>
              <a:t>Los arcos indican a través de una flecha la relación entre sitios y transiciones y viceversa.</a:t>
            </a:r>
            <a:endParaRPr/>
          </a:p>
          <a:p>
            <a:pPr marL="68263" lvl="0" indent="-203200" algn="l" rtl="0">
              <a:lnSpc>
                <a:spcPct val="85000"/>
              </a:lnSpc>
              <a:spcBef>
                <a:spcPts val="975"/>
              </a:spcBef>
              <a:spcAft>
                <a:spcPts val="0"/>
              </a:spcAft>
              <a:buSzPts val="3200"/>
              <a:buChar char="»"/>
            </a:pPr>
            <a:r>
              <a:rPr lang="es-ES" sz="3200"/>
              <a:t>A los lugares se les asignan tokens (fichas) que se representan mediante un número o puntos dentro del sitio. Esta asignación de tokens a lugares constituye la marcación. </a:t>
            </a:r>
            <a:endParaRPr/>
          </a:p>
          <a:p>
            <a:pPr marL="68263" lvl="0" indent="-203200" algn="l" rtl="0">
              <a:lnSpc>
                <a:spcPct val="85000"/>
              </a:lnSpc>
              <a:spcBef>
                <a:spcPts val="975"/>
              </a:spcBef>
              <a:spcAft>
                <a:spcPts val="0"/>
              </a:spcAft>
              <a:buSzPts val="3200"/>
              <a:buChar char="»"/>
            </a:pPr>
            <a:r>
              <a:rPr lang="es-ES" sz="3200"/>
              <a:t>Luego de una marcación inicial se puede simular la ejecución de la red. El número de tokens asignados a un sitio es ilimitado.</a:t>
            </a:r>
            <a:endParaRPr/>
          </a:p>
          <a:p>
            <a:pPr marL="68263" lvl="0" indent="0" algn="l" rtl="0">
              <a:lnSpc>
                <a:spcPct val="85000"/>
              </a:lnSpc>
              <a:spcBef>
                <a:spcPts val="975"/>
              </a:spcBef>
              <a:spcAft>
                <a:spcPts val="0"/>
              </a:spcAft>
              <a:buSzPts val="1800"/>
              <a:buNone/>
            </a:pPr>
            <a:endParaRPr/>
          </a:p>
        </p:txBody>
      </p:sp>
      <p:sp>
        <p:nvSpPr>
          <p:cNvPr id="642" name="Google Shape;642;p12"/>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643" name="Google Shape;643;p12"/>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1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649" name="Google Shape;649;p13"/>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650" name="Google Shape;650;p13"/>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11</a:t>
            </a:fld>
            <a:endParaRPr/>
          </a:p>
        </p:txBody>
      </p:sp>
      <p:graphicFrame>
        <p:nvGraphicFramePr>
          <p:cNvPr id="651" name="Google Shape;651;p13"/>
          <p:cNvGraphicFramePr/>
          <p:nvPr/>
        </p:nvGraphicFramePr>
        <p:xfrm>
          <a:off x="2447958" y="1988163"/>
          <a:ext cx="6264275" cy="2870200"/>
        </p:xfrm>
        <a:graphic>
          <a:graphicData uri="http://schemas.openxmlformats.org/presentationml/2006/ole">
            <mc:AlternateContent xmlns:mc="http://schemas.openxmlformats.org/markup-compatibility/2006">
              <mc:Choice xmlns:v="urn:schemas-microsoft-com:vml" Requires="v">
                <p:oleObj r:id="rId3" imgW="6264275" imgH="2870200" progId="Word.Picture.8">
                  <p:embed/>
                </p:oleObj>
              </mc:Choice>
              <mc:Fallback>
                <p:oleObj r:id="rId3" imgW="6264275" imgH="2870200" progId="Word.Picture.8">
                  <p:embed/>
                  <p:pic>
                    <p:nvPicPr>
                      <p:cNvPr id="651" name="Google Shape;651;p13"/>
                      <p:cNvPicPr preferRelativeResize="0"/>
                      <p:nvPr/>
                    </p:nvPicPr>
                    <p:blipFill rotWithShape="1">
                      <a:blip r:embed="rId4">
                        <a:alphaModFix/>
                      </a:blip>
                      <a:srcRect l="-4515" t="-9860" r="-4515" b="-9860"/>
                      <a:stretch/>
                    </p:blipFill>
                    <p:spPr>
                      <a:xfrm>
                        <a:off x="2447958" y="1988163"/>
                        <a:ext cx="6264275" cy="2870200"/>
                      </a:xfrm>
                      <a:prstGeom prst="rect">
                        <a:avLst/>
                      </a:prstGeom>
                      <a:noFill/>
                      <a:ln>
                        <a:noFill/>
                      </a:ln>
                    </p:spPr>
                  </p:pic>
                </p:oleObj>
              </mc:Fallback>
            </mc:AlternateContent>
          </a:graphicData>
        </a:graphic>
      </p:graphicFrame>
      <p:sp>
        <p:nvSpPr>
          <p:cNvPr id="652" name="Google Shape;652;p13"/>
          <p:cNvSpPr/>
          <p:nvPr/>
        </p:nvSpPr>
        <p:spPr>
          <a:xfrm>
            <a:off x="2063552" y="4293096"/>
            <a:ext cx="8208912"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000">
                <a:solidFill>
                  <a:schemeClr val="dk1"/>
                </a:solidFill>
                <a:latin typeface="Arial"/>
                <a:ea typeface="Arial"/>
                <a:cs typeface="Arial"/>
                <a:sym typeface="Arial"/>
              </a:rPr>
              <a:t>I:T🡪P                               O:T🡪P</a:t>
            </a:r>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a:p>
            <a:pPr marL="0" marR="0" lvl="0" indent="0" algn="l" rtl="0">
              <a:spcBef>
                <a:spcPts val="0"/>
              </a:spcBef>
              <a:spcAft>
                <a:spcPts val="0"/>
              </a:spcAft>
              <a:buNone/>
            </a:pPr>
            <a:r>
              <a:rPr lang="es-ES" sz="2000">
                <a:solidFill>
                  <a:schemeClr val="dk1"/>
                </a:solidFill>
                <a:latin typeface="Arial"/>
                <a:ea typeface="Arial"/>
                <a:cs typeface="Arial"/>
                <a:sym typeface="Arial"/>
              </a:rPr>
              <a:t>I(t1)={P1}                          O(t1)={P2,P3,P5}</a:t>
            </a:r>
            <a:endParaRPr/>
          </a:p>
          <a:p>
            <a:pPr marL="0" marR="0" lvl="0" indent="0" algn="l" rtl="0">
              <a:spcBef>
                <a:spcPts val="0"/>
              </a:spcBef>
              <a:spcAft>
                <a:spcPts val="0"/>
              </a:spcAft>
              <a:buNone/>
            </a:pPr>
            <a:r>
              <a:rPr lang="es-ES" sz="2000">
                <a:solidFill>
                  <a:schemeClr val="dk1"/>
                </a:solidFill>
                <a:latin typeface="Arial"/>
                <a:ea typeface="Arial"/>
                <a:cs typeface="Arial"/>
                <a:sym typeface="Arial"/>
              </a:rPr>
              <a:t>I(t2)={P2,P3,P5}               	O(t2)={P5}</a:t>
            </a:r>
            <a:endParaRPr/>
          </a:p>
          <a:p>
            <a:pPr marL="0" marR="0" lvl="0" indent="0" algn="l" rtl="0">
              <a:spcBef>
                <a:spcPts val="0"/>
              </a:spcBef>
              <a:spcAft>
                <a:spcPts val="0"/>
              </a:spcAft>
              <a:buNone/>
            </a:pPr>
            <a:r>
              <a:rPr lang="es-ES" sz="2000">
                <a:solidFill>
                  <a:schemeClr val="dk1"/>
                </a:solidFill>
                <a:latin typeface="Arial"/>
                <a:ea typeface="Arial"/>
                <a:cs typeface="Arial"/>
                <a:sym typeface="Arial"/>
              </a:rPr>
              <a:t>I(t3)={P3}                          O(t3)={P4}      </a:t>
            </a:r>
            <a:endParaRPr/>
          </a:p>
          <a:p>
            <a:pPr marL="0" marR="0" lvl="0" indent="0" algn="l" rtl="0">
              <a:spcBef>
                <a:spcPts val="0"/>
              </a:spcBef>
              <a:spcAft>
                <a:spcPts val="0"/>
              </a:spcAft>
              <a:buNone/>
            </a:pPr>
            <a:r>
              <a:rPr lang="es-ES" sz="2000">
                <a:solidFill>
                  <a:schemeClr val="dk1"/>
                </a:solidFill>
                <a:latin typeface="Arial"/>
                <a:ea typeface="Arial"/>
                <a:cs typeface="Arial"/>
                <a:sym typeface="Arial"/>
              </a:rPr>
              <a:t>I(t4)={P4}                          O(t4)={P2,P3}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1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658" name="Google Shape;658;p14"/>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659" name="Google Shape;659;p14"/>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12</a:t>
            </a:fld>
            <a:endParaRPr/>
          </a:p>
        </p:txBody>
      </p:sp>
      <p:pic>
        <p:nvPicPr>
          <p:cNvPr id="660" name="Google Shape;660;p14" descr="0-petri"/>
          <p:cNvPicPr preferRelativeResize="0"/>
          <p:nvPr/>
        </p:nvPicPr>
        <p:blipFill rotWithShape="1">
          <a:blip r:embed="rId3">
            <a:alphaModFix/>
          </a:blip>
          <a:srcRect l="4834" t="2585" r="5501" b="11429"/>
          <a:stretch/>
        </p:blipFill>
        <p:spPr>
          <a:xfrm>
            <a:off x="2430840" y="2032338"/>
            <a:ext cx="7265625" cy="3239988"/>
          </a:xfrm>
          <a:prstGeom prst="rect">
            <a:avLst/>
          </a:prstGeom>
          <a:noFill/>
          <a:ln>
            <a:noFill/>
          </a:ln>
        </p:spPr>
      </p:pic>
      <p:sp>
        <p:nvSpPr>
          <p:cNvPr id="661" name="Google Shape;661;p14"/>
          <p:cNvSpPr/>
          <p:nvPr/>
        </p:nvSpPr>
        <p:spPr>
          <a:xfrm>
            <a:off x="4079777" y="5445225"/>
            <a:ext cx="396775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Noto Sans Symbols"/>
              <a:buNone/>
            </a:pPr>
            <a:r>
              <a:rPr lang="es-ES" sz="2400">
                <a:solidFill>
                  <a:schemeClr val="dk1"/>
                </a:solidFill>
                <a:latin typeface="Calibri"/>
                <a:ea typeface="Calibri"/>
                <a:cs typeface="Calibri"/>
                <a:sym typeface="Calibri"/>
              </a:rPr>
              <a:t>M(P1,P2,P3,P4,P5)=(1,2,0,1,1)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667" name="Google Shape;667;p15"/>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68263" lvl="0" indent="-203200" algn="l" rtl="0">
              <a:lnSpc>
                <a:spcPct val="85000"/>
              </a:lnSpc>
              <a:spcBef>
                <a:spcPts val="0"/>
              </a:spcBef>
              <a:spcAft>
                <a:spcPts val="0"/>
              </a:spcAft>
              <a:buSzPts val="3200"/>
              <a:buChar char="»"/>
            </a:pPr>
            <a:r>
              <a:rPr lang="es-ES" sz="3200"/>
              <a:t>El conjunto de tokens asociado a cada estado sirve para manejar la coordinación de eventos y estados.</a:t>
            </a:r>
            <a:endParaRPr/>
          </a:p>
          <a:p>
            <a:pPr marL="68263" lvl="0" indent="-203200" algn="l" rtl="0">
              <a:lnSpc>
                <a:spcPct val="85000"/>
              </a:lnSpc>
              <a:spcBef>
                <a:spcPts val="975"/>
              </a:spcBef>
              <a:spcAft>
                <a:spcPts val="0"/>
              </a:spcAft>
              <a:buSzPts val="3200"/>
              <a:buChar char="»"/>
            </a:pPr>
            <a:r>
              <a:rPr lang="es-ES" sz="3200"/>
              <a:t>Una vez que ocurre un evento, un token puede “viajar” de uno de los estados a otro.</a:t>
            </a:r>
            <a:endParaRPr/>
          </a:p>
          <a:p>
            <a:pPr marL="68263" lvl="0" indent="-203200" algn="l" rtl="0">
              <a:lnSpc>
                <a:spcPct val="85000"/>
              </a:lnSpc>
              <a:spcBef>
                <a:spcPts val="975"/>
              </a:spcBef>
              <a:spcAft>
                <a:spcPts val="0"/>
              </a:spcAft>
              <a:buSzPts val="3200"/>
              <a:buChar char="»"/>
            </a:pPr>
            <a:r>
              <a:rPr lang="es-ES" sz="3200"/>
              <a:t>Las reglas de disparo provocan que los tokens “viajen” de un lugar a otro cuando se cumplen las condiciones adecuadas. </a:t>
            </a:r>
            <a:endParaRPr/>
          </a:p>
          <a:p>
            <a:pPr marL="68263" lvl="0" indent="-203200" algn="l" rtl="0">
              <a:lnSpc>
                <a:spcPct val="85000"/>
              </a:lnSpc>
              <a:spcBef>
                <a:spcPts val="975"/>
              </a:spcBef>
              <a:spcAft>
                <a:spcPts val="0"/>
              </a:spcAft>
              <a:buSzPts val="3200"/>
              <a:buChar char="»"/>
            </a:pPr>
            <a:r>
              <a:rPr lang="es-ES" sz="3200"/>
              <a:t>La ejecución es controlada por el número y distribución de los tokens.</a:t>
            </a:r>
            <a:endParaRPr/>
          </a:p>
        </p:txBody>
      </p:sp>
      <p:sp>
        <p:nvSpPr>
          <p:cNvPr id="668" name="Google Shape;668;p15"/>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669" name="Google Shape;669;p15"/>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1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675" name="Google Shape;675;p16"/>
          <p:cNvSpPr txBox="1">
            <a:spLocks noGrp="1"/>
          </p:cNvSpPr>
          <p:nvPr>
            <p:ph type="body" idx="1"/>
          </p:nvPr>
        </p:nvSpPr>
        <p:spPr>
          <a:prstGeom prst="rect">
            <a:avLst/>
          </a:prstGeom>
          <a:noFill/>
          <a:ln>
            <a:noFill/>
          </a:ln>
        </p:spPr>
        <p:txBody>
          <a:bodyPr spcFirstLastPara="1" wrap="square" lIns="91425" tIns="45700" rIns="91425" bIns="45700" anchor="t" anchorCtr="0">
            <a:normAutofit lnSpcReduction="10000"/>
          </a:bodyPr>
          <a:lstStyle/>
          <a:p>
            <a:pPr marL="68263" lvl="0" indent="-203200" algn="l" rtl="0">
              <a:lnSpc>
                <a:spcPct val="85000"/>
              </a:lnSpc>
              <a:spcBef>
                <a:spcPts val="0"/>
              </a:spcBef>
              <a:spcAft>
                <a:spcPts val="0"/>
              </a:spcAft>
              <a:buSzPts val="3200"/>
              <a:buChar char="»"/>
            </a:pPr>
            <a:r>
              <a:rPr lang="es-ES" sz="3200" dirty="0"/>
              <a:t>La ejecución de una Red de Petri se realiza disparando transiciones habilitadas. </a:t>
            </a:r>
            <a:endParaRPr dirty="0"/>
          </a:p>
          <a:p>
            <a:pPr marL="68263" lvl="0" indent="-203200" algn="l" rtl="0">
              <a:lnSpc>
                <a:spcPct val="85000"/>
              </a:lnSpc>
              <a:spcBef>
                <a:spcPts val="975"/>
              </a:spcBef>
              <a:spcAft>
                <a:spcPts val="0"/>
              </a:spcAft>
              <a:buSzPts val="3200"/>
              <a:buChar char="»"/>
            </a:pPr>
            <a:r>
              <a:rPr lang="es-ES" sz="3200" dirty="0"/>
              <a:t>Una transición está habilitada cuando cada lugar de entrada tiene al menos tantos tokens como arcos hacia la transición. </a:t>
            </a:r>
            <a:endParaRPr dirty="0"/>
          </a:p>
          <a:p>
            <a:pPr marL="68263" lvl="0" indent="-203200" algn="l" rtl="0">
              <a:lnSpc>
                <a:spcPct val="85000"/>
              </a:lnSpc>
              <a:spcBef>
                <a:spcPts val="975"/>
              </a:spcBef>
              <a:spcAft>
                <a:spcPts val="0"/>
              </a:spcAft>
              <a:buSzPts val="3200"/>
              <a:buChar char="»"/>
            </a:pPr>
            <a:r>
              <a:rPr lang="es-ES" sz="3200" dirty="0"/>
              <a:t>Disparar una transición habilitada implica remover tokens de los lugares de entrada y distribuir tokens en los lugares de salida (teniendo en cuenta la cantidad de arcos que llegan y la cantidad de arcos que salen de la transición).</a:t>
            </a:r>
            <a:endParaRPr dirty="0"/>
          </a:p>
          <a:p>
            <a:pPr marL="68263" lvl="0" indent="0" algn="l" rtl="0">
              <a:lnSpc>
                <a:spcPct val="85000"/>
              </a:lnSpc>
              <a:spcBef>
                <a:spcPts val="975"/>
              </a:spcBef>
              <a:spcAft>
                <a:spcPts val="0"/>
              </a:spcAft>
              <a:buSzPts val="1800"/>
              <a:buNone/>
            </a:pPr>
            <a:endParaRPr dirty="0"/>
          </a:p>
        </p:txBody>
      </p:sp>
      <p:sp>
        <p:nvSpPr>
          <p:cNvPr id="676" name="Google Shape;676;p16"/>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677" name="Google Shape;677;p16"/>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683" name="Google Shape;683;p17"/>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68263" lvl="0" indent="-203200" algn="l" rtl="0">
              <a:lnSpc>
                <a:spcPct val="85000"/>
              </a:lnSpc>
              <a:spcBef>
                <a:spcPts val="0"/>
              </a:spcBef>
              <a:spcAft>
                <a:spcPts val="0"/>
              </a:spcAft>
              <a:buSzPts val="3200"/>
              <a:buChar char="»"/>
            </a:pPr>
            <a:r>
              <a:rPr lang="es-ES" sz="3200"/>
              <a:t>Transiciones</a:t>
            </a:r>
            <a:endParaRPr sz="3200"/>
          </a:p>
        </p:txBody>
      </p:sp>
      <p:sp>
        <p:nvSpPr>
          <p:cNvPr id="684" name="Google Shape;684;p17"/>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685" name="Google Shape;685;p17"/>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15</a:t>
            </a:fld>
            <a:endParaRPr/>
          </a:p>
        </p:txBody>
      </p:sp>
      <p:pic>
        <p:nvPicPr>
          <p:cNvPr id="686" name="Google Shape;686;p17" descr="111-Petri"/>
          <p:cNvPicPr preferRelativeResize="0"/>
          <p:nvPr/>
        </p:nvPicPr>
        <p:blipFill rotWithShape="1">
          <a:blip r:embed="rId3">
            <a:alphaModFix/>
          </a:blip>
          <a:srcRect l="24987" t="8196" r="13468" b="5524"/>
          <a:stretch/>
        </p:blipFill>
        <p:spPr>
          <a:xfrm>
            <a:off x="6325697" y="2318427"/>
            <a:ext cx="2612572" cy="3024187"/>
          </a:xfrm>
          <a:prstGeom prst="rect">
            <a:avLst/>
          </a:prstGeom>
          <a:noFill/>
          <a:ln>
            <a:noFill/>
          </a:ln>
        </p:spPr>
      </p:pic>
      <p:sp>
        <p:nvSpPr>
          <p:cNvPr id="687" name="Google Shape;687;p17"/>
          <p:cNvSpPr/>
          <p:nvPr/>
        </p:nvSpPr>
        <p:spPr>
          <a:xfrm>
            <a:off x="2521562" y="2714551"/>
            <a:ext cx="3456384" cy="646331"/>
          </a:xfrm>
          <a:prstGeom prst="rightArrowCallout">
            <a:avLst>
              <a:gd name="adj1" fmla="val 17965"/>
              <a:gd name="adj2" fmla="val 25000"/>
              <a:gd name="adj3" fmla="val 25000"/>
              <a:gd name="adj4" fmla="val 82375"/>
            </a:avLst>
          </a:prstGeom>
          <a:solidFill>
            <a:srgbClr val="C00000"/>
          </a:solidFill>
          <a:ln w="12700" cap="flat" cmpd="sng">
            <a:solidFill>
              <a:srgbClr val="5C5C5C"/>
            </a:solidFill>
            <a:prstDash val="solid"/>
            <a:round/>
            <a:headEnd type="none" w="sm" len="sm"/>
            <a:tailEnd type="none" w="sm" len="sm"/>
          </a:ln>
        </p:spPr>
        <p:txBody>
          <a:bodyPr spcFirstLastPara="1" wrap="square" lIns="91425" tIns="45700" rIns="91425" bIns="45700" anchor="t" anchorCtr="0">
            <a:spAutoFit/>
          </a:bodyPr>
          <a:lstStyle/>
          <a:p>
            <a:pPr marL="109537" marR="0" lvl="0" indent="0" algn="ctr" rtl="0">
              <a:lnSpc>
                <a:spcPct val="90000"/>
              </a:lnSpc>
              <a:spcBef>
                <a:spcPts val="0"/>
              </a:spcBef>
              <a:spcAft>
                <a:spcPts val="0"/>
              </a:spcAft>
              <a:buNone/>
            </a:pPr>
            <a:r>
              <a:rPr lang="es-ES" sz="2000">
                <a:solidFill>
                  <a:schemeClr val="lt1"/>
                </a:solidFill>
                <a:latin typeface="Arial"/>
                <a:ea typeface="Arial"/>
                <a:cs typeface="Arial"/>
                <a:sym typeface="Arial"/>
              </a:rPr>
              <a:t>La transición está habilitada</a:t>
            </a:r>
            <a:endParaRPr/>
          </a:p>
        </p:txBody>
      </p:sp>
      <p:sp>
        <p:nvSpPr>
          <p:cNvPr id="688" name="Google Shape;688;p17"/>
          <p:cNvSpPr/>
          <p:nvPr/>
        </p:nvSpPr>
        <p:spPr>
          <a:xfrm>
            <a:off x="2521563" y="4293096"/>
            <a:ext cx="3456383" cy="646331"/>
          </a:xfrm>
          <a:prstGeom prst="rightArrowCallout">
            <a:avLst>
              <a:gd name="adj1" fmla="val 19386"/>
              <a:gd name="adj2" fmla="val 25000"/>
              <a:gd name="adj3" fmla="val 25000"/>
              <a:gd name="adj4" fmla="val 82795"/>
            </a:avLst>
          </a:prstGeom>
          <a:solidFill>
            <a:srgbClr val="C00000"/>
          </a:solidFill>
          <a:ln w="12700" cap="flat" cmpd="sng">
            <a:solidFill>
              <a:srgbClr val="5C5C5C"/>
            </a:solidFill>
            <a:prstDash val="solid"/>
            <a:round/>
            <a:headEnd type="none" w="sm" len="sm"/>
            <a:tailEnd type="none" w="sm" len="sm"/>
          </a:ln>
        </p:spPr>
        <p:txBody>
          <a:bodyPr spcFirstLastPara="1" wrap="square" lIns="91425" tIns="45700" rIns="91425" bIns="45700" anchor="t" anchorCtr="0">
            <a:spAutoFit/>
          </a:bodyPr>
          <a:lstStyle/>
          <a:p>
            <a:pPr marL="109537" marR="0" lvl="0" indent="0" algn="ctr" rtl="0">
              <a:lnSpc>
                <a:spcPct val="90000"/>
              </a:lnSpc>
              <a:spcBef>
                <a:spcPts val="0"/>
              </a:spcBef>
              <a:spcAft>
                <a:spcPts val="0"/>
              </a:spcAft>
              <a:buNone/>
            </a:pPr>
            <a:r>
              <a:rPr lang="es-ES" sz="2000">
                <a:solidFill>
                  <a:schemeClr val="lt1"/>
                </a:solidFill>
                <a:latin typeface="Arial"/>
                <a:ea typeface="Arial"/>
                <a:cs typeface="Arial"/>
                <a:sym typeface="Arial"/>
              </a:rPr>
              <a:t>La transición no está habilitada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1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694" name="Google Shape;694;p18"/>
          <p:cNvSpPr txBox="1">
            <a:spLocks noGrp="1"/>
          </p:cNvSpPr>
          <p:nvPr>
            <p:ph type="body" idx="1"/>
          </p:nvPr>
        </p:nvSpPr>
        <p:spPr>
          <a:prstGeom prst="rect">
            <a:avLst/>
          </a:prstGeom>
          <a:noFill/>
          <a:ln>
            <a:noFill/>
          </a:ln>
        </p:spPr>
        <p:txBody>
          <a:bodyPr spcFirstLastPara="1" wrap="square" lIns="91425" tIns="45700" rIns="91425" bIns="45700" anchor="t" anchorCtr="0">
            <a:normAutofit fontScale="92500" lnSpcReduction="10000"/>
          </a:bodyPr>
          <a:lstStyle/>
          <a:p>
            <a:pPr marL="68263" lvl="0" indent="-176212" algn="l" rtl="0">
              <a:lnSpc>
                <a:spcPct val="85000"/>
              </a:lnSpc>
              <a:spcBef>
                <a:spcPts val="0"/>
              </a:spcBef>
              <a:spcAft>
                <a:spcPts val="0"/>
              </a:spcAft>
              <a:buSzPct val="100000"/>
              <a:buChar char="»"/>
            </a:pPr>
            <a:r>
              <a:rPr lang="es-ES" sz="3000"/>
              <a:t>La ocurrencia de los eventos (transiciones) depende del estado del sistema.</a:t>
            </a:r>
            <a:endParaRPr/>
          </a:p>
          <a:p>
            <a:pPr marL="68263" lvl="0" indent="-176212" algn="l" rtl="0">
              <a:lnSpc>
                <a:spcPct val="85000"/>
              </a:lnSpc>
              <a:spcBef>
                <a:spcPts val="975"/>
              </a:spcBef>
              <a:spcAft>
                <a:spcPts val="0"/>
              </a:spcAft>
              <a:buSzPct val="100000"/>
              <a:buChar char="»"/>
            </a:pPr>
            <a:r>
              <a:rPr lang="es-ES" sz="3000"/>
              <a:t>Una condición puede ser V  (con token) o F (sin token)</a:t>
            </a:r>
            <a:endParaRPr/>
          </a:p>
          <a:p>
            <a:pPr marL="68263" lvl="0" indent="-176212" algn="l" rtl="0">
              <a:lnSpc>
                <a:spcPct val="85000"/>
              </a:lnSpc>
              <a:spcBef>
                <a:spcPts val="975"/>
              </a:spcBef>
              <a:spcAft>
                <a:spcPts val="0"/>
              </a:spcAft>
              <a:buSzPct val="100000"/>
              <a:buChar char="»"/>
            </a:pPr>
            <a:r>
              <a:rPr lang="es-ES" sz="3000"/>
              <a:t>La ocurrencia de un evento está sujeta a que se den ciertas condiciones (pre) y al ocurrir el evento causa que se hagan verdaderas las post-condiciones.</a:t>
            </a:r>
            <a:endParaRPr/>
          </a:p>
          <a:p>
            <a:pPr marL="68263" lvl="0" indent="-176212" algn="l" rtl="0">
              <a:lnSpc>
                <a:spcPct val="85000"/>
              </a:lnSpc>
              <a:spcBef>
                <a:spcPts val="975"/>
              </a:spcBef>
              <a:spcAft>
                <a:spcPts val="0"/>
              </a:spcAft>
              <a:buSzPct val="100000"/>
              <a:buChar char="»"/>
            </a:pPr>
            <a:r>
              <a:rPr lang="es-ES" sz="3000"/>
              <a:t>Las RP son asincrónicas y el orden en que ocurren los eventos es uno de los permitidos </a:t>
            </a:r>
            <a:endParaRPr/>
          </a:p>
          <a:p>
            <a:pPr marL="260350" lvl="1" indent="-257175" algn="l" rtl="0">
              <a:lnSpc>
                <a:spcPct val="85000"/>
              </a:lnSpc>
              <a:spcBef>
                <a:spcPts val="450"/>
              </a:spcBef>
              <a:spcAft>
                <a:spcPts val="0"/>
              </a:spcAft>
              <a:buClr>
                <a:srgbClr val="262626"/>
              </a:buClr>
              <a:buSzPct val="100000"/>
              <a:buChar char=" "/>
            </a:pPr>
            <a:r>
              <a:rPr lang="es-ES" sz="3000"/>
              <a:t>La ejecución es NO DETERMINÍSTICA </a:t>
            </a:r>
            <a:endParaRPr/>
          </a:p>
          <a:p>
            <a:pPr marL="68263" lvl="0" indent="-176212" algn="l" rtl="0">
              <a:lnSpc>
                <a:spcPct val="85000"/>
              </a:lnSpc>
              <a:spcBef>
                <a:spcPts val="975"/>
              </a:spcBef>
              <a:spcAft>
                <a:spcPts val="0"/>
              </a:spcAft>
              <a:buSzPct val="100000"/>
              <a:buChar char="»"/>
            </a:pPr>
            <a:r>
              <a:rPr lang="es-ES" sz="3000"/>
              <a:t>Se acepta que el disparo de una transición es instantáneo.</a:t>
            </a:r>
            <a:endParaRPr/>
          </a:p>
          <a:p>
            <a:pPr marL="68263" lvl="0" indent="0" algn="l" rtl="0">
              <a:lnSpc>
                <a:spcPct val="85000"/>
              </a:lnSpc>
              <a:spcBef>
                <a:spcPts val="975"/>
              </a:spcBef>
              <a:spcAft>
                <a:spcPts val="0"/>
              </a:spcAft>
              <a:buSzPct val="100000"/>
              <a:buNone/>
            </a:pPr>
            <a:endParaRPr/>
          </a:p>
        </p:txBody>
      </p:sp>
      <p:sp>
        <p:nvSpPr>
          <p:cNvPr id="695" name="Google Shape;695;p18"/>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696" name="Google Shape;696;p18"/>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19"/>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702" name="Google Shape;702;p19"/>
          <p:cNvSpPr txBox="1">
            <a:spLocks noGrp="1"/>
          </p:cNvSpPr>
          <p:nvPr>
            <p:ph type="sldNum" idx="12"/>
          </p:nvPr>
        </p:nvSpPr>
        <p:spPr>
          <a:xfrm>
            <a:off x="9181788" y="2730500"/>
            <a:ext cx="2925900" cy="139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17</a:t>
            </a:fld>
            <a:endParaRPr/>
          </a:p>
        </p:txBody>
      </p:sp>
      <p:sp>
        <p:nvSpPr>
          <p:cNvPr id="703" name="Google Shape;703;p19"/>
          <p:cNvSpPr txBox="1">
            <a:spLocks noGrp="1"/>
          </p:cNvSpPr>
          <p:nvPr>
            <p:ph type="body" idx="4294967295"/>
          </p:nvPr>
        </p:nvSpPr>
        <p:spPr>
          <a:xfrm>
            <a:off x="543466" y="846976"/>
            <a:ext cx="10160000" cy="944563"/>
          </a:xfrm>
          <a:prstGeom prst="rect">
            <a:avLst/>
          </a:prstGeom>
          <a:noFill/>
          <a:ln>
            <a:noFill/>
          </a:ln>
        </p:spPr>
        <p:txBody>
          <a:bodyPr spcFirstLastPara="1" wrap="square" lIns="91425" tIns="45700" rIns="91425" bIns="45700" anchor="t" anchorCtr="0">
            <a:normAutofit/>
          </a:bodyPr>
          <a:lstStyle/>
          <a:p>
            <a:pPr marL="68263" lvl="0" indent="-177800" algn="l" rtl="0">
              <a:lnSpc>
                <a:spcPct val="85000"/>
              </a:lnSpc>
              <a:spcBef>
                <a:spcPts val="0"/>
              </a:spcBef>
              <a:spcAft>
                <a:spcPts val="0"/>
              </a:spcAft>
              <a:buSzPts val="2800"/>
              <a:buChar char="»"/>
            </a:pPr>
            <a:r>
              <a:rPr lang="es-ES" sz="2800" dirty="0"/>
              <a:t>Paralelismo</a:t>
            </a:r>
            <a:endParaRPr sz="2800" dirty="0"/>
          </a:p>
        </p:txBody>
      </p:sp>
      <p:grpSp>
        <p:nvGrpSpPr>
          <p:cNvPr id="704" name="Google Shape;704;p19"/>
          <p:cNvGrpSpPr/>
          <p:nvPr/>
        </p:nvGrpSpPr>
        <p:grpSpPr>
          <a:xfrm>
            <a:off x="2930675" y="1093575"/>
            <a:ext cx="4726867" cy="5064612"/>
            <a:chOff x="2930675" y="1093575"/>
            <a:chExt cx="4726867" cy="5064612"/>
          </a:xfrm>
        </p:grpSpPr>
        <p:sp>
          <p:nvSpPr>
            <p:cNvPr id="705" name="Google Shape;705;p19"/>
            <p:cNvSpPr/>
            <p:nvPr/>
          </p:nvSpPr>
          <p:spPr>
            <a:xfrm>
              <a:off x="5407442" y="111762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06" name="Google Shape;706;p19"/>
            <p:cNvSpPr/>
            <p:nvPr/>
          </p:nvSpPr>
          <p:spPr>
            <a:xfrm>
              <a:off x="3895274" y="21977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07" name="Google Shape;707;p19"/>
            <p:cNvSpPr/>
            <p:nvPr/>
          </p:nvSpPr>
          <p:spPr>
            <a:xfrm>
              <a:off x="5407442" y="21977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08" name="Google Shape;708;p19"/>
            <p:cNvSpPr/>
            <p:nvPr/>
          </p:nvSpPr>
          <p:spPr>
            <a:xfrm>
              <a:off x="7063626" y="21977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09" name="Google Shape;709;p19"/>
            <p:cNvSpPr/>
            <p:nvPr/>
          </p:nvSpPr>
          <p:spPr>
            <a:xfrm>
              <a:off x="3895274" y="39979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10" name="Google Shape;710;p19"/>
            <p:cNvSpPr/>
            <p:nvPr/>
          </p:nvSpPr>
          <p:spPr>
            <a:xfrm>
              <a:off x="5335434" y="39979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11" name="Google Shape;711;p19"/>
            <p:cNvSpPr/>
            <p:nvPr/>
          </p:nvSpPr>
          <p:spPr>
            <a:xfrm>
              <a:off x="6991618" y="39979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12" name="Google Shape;712;p19"/>
            <p:cNvSpPr/>
            <p:nvPr/>
          </p:nvSpPr>
          <p:spPr>
            <a:xfrm>
              <a:off x="5335434" y="5798147"/>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13" name="Google Shape;713;p19"/>
            <p:cNvSpPr txBox="1"/>
            <p:nvPr/>
          </p:nvSpPr>
          <p:spPr>
            <a:xfrm>
              <a:off x="4897463" y="1093575"/>
              <a:ext cx="48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P0</a:t>
              </a:r>
              <a:endParaRPr/>
            </a:p>
          </p:txBody>
        </p:sp>
        <p:sp>
          <p:nvSpPr>
            <p:cNvPr id="714" name="Google Shape;714;p19"/>
            <p:cNvSpPr txBox="1"/>
            <p:nvPr/>
          </p:nvSpPr>
          <p:spPr>
            <a:xfrm>
              <a:off x="3412092" y="2221580"/>
              <a:ext cx="48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P1</a:t>
              </a:r>
              <a:endParaRPr/>
            </a:p>
          </p:txBody>
        </p:sp>
        <p:sp>
          <p:nvSpPr>
            <p:cNvPr id="715" name="Google Shape;715;p19"/>
            <p:cNvSpPr txBox="1"/>
            <p:nvPr/>
          </p:nvSpPr>
          <p:spPr>
            <a:xfrm>
              <a:off x="4913824" y="2136365"/>
              <a:ext cx="48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P2</a:t>
              </a:r>
              <a:endParaRPr/>
            </a:p>
          </p:txBody>
        </p:sp>
        <p:sp>
          <p:nvSpPr>
            <p:cNvPr id="716" name="Google Shape;716;p19"/>
            <p:cNvSpPr txBox="1"/>
            <p:nvPr/>
          </p:nvSpPr>
          <p:spPr>
            <a:xfrm>
              <a:off x="6415544" y="2247200"/>
              <a:ext cx="720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P3</a:t>
              </a:r>
              <a:endParaRPr/>
            </a:p>
          </p:txBody>
        </p:sp>
        <p:sp>
          <p:nvSpPr>
            <p:cNvPr id="717" name="Google Shape;717;p19"/>
            <p:cNvSpPr txBox="1"/>
            <p:nvPr/>
          </p:nvSpPr>
          <p:spPr>
            <a:xfrm>
              <a:off x="3331855" y="4116353"/>
              <a:ext cx="48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P4</a:t>
              </a:r>
              <a:endParaRPr/>
            </a:p>
          </p:txBody>
        </p:sp>
        <p:sp>
          <p:nvSpPr>
            <p:cNvPr id="718" name="Google Shape;718;p19"/>
            <p:cNvSpPr txBox="1"/>
            <p:nvPr/>
          </p:nvSpPr>
          <p:spPr>
            <a:xfrm>
              <a:off x="4897413" y="4140250"/>
              <a:ext cx="48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P5</a:t>
              </a:r>
              <a:endParaRPr/>
            </a:p>
          </p:txBody>
        </p:sp>
        <p:sp>
          <p:nvSpPr>
            <p:cNvPr id="719" name="Google Shape;719;p19"/>
            <p:cNvSpPr txBox="1"/>
            <p:nvPr/>
          </p:nvSpPr>
          <p:spPr>
            <a:xfrm>
              <a:off x="6462991" y="4123441"/>
              <a:ext cx="48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P6</a:t>
              </a:r>
              <a:endParaRPr/>
            </a:p>
          </p:txBody>
        </p:sp>
        <p:sp>
          <p:nvSpPr>
            <p:cNvPr id="720" name="Google Shape;720;p19"/>
            <p:cNvSpPr txBox="1"/>
            <p:nvPr/>
          </p:nvSpPr>
          <p:spPr>
            <a:xfrm>
              <a:off x="4897485" y="5774100"/>
              <a:ext cx="48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P7</a:t>
              </a:r>
              <a:endParaRPr/>
            </a:p>
          </p:txBody>
        </p:sp>
        <p:cxnSp>
          <p:nvCxnSpPr>
            <p:cNvPr id="721" name="Google Shape;721;p19"/>
            <p:cNvCxnSpPr/>
            <p:nvPr/>
          </p:nvCxnSpPr>
          <p:spPr>
            <a:xfrm>
              <a:off x="4725954" y="1837707"/>
              <a:ext cx="2016224" cy="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722" name="Google Shape;722;p19"/>
            <p:cNvCxnSpPr/>
            <p:nvPr/>
          </p:nvCxnSpPr>
          <p:spPr>
            <a:xfrm>
              <a:off x="3705293" y="3125876"/>
              <a:ext cx="720080" cy="1473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723" name="Google Shape;723;p19"/>
            <p:cNvCxnSpPr/>
            <p:nvPr/>
          </p:nvCxnSpPr>
          <p:spPr>
            <a:xfrm>
              <a:off x="4615354" y="5222083"/>
              <a:ext cx="2016224" cy="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724" name="Google Shape;724;p19"/>
            <p:cNvCxnSpPr>
              <a:stCxn id="705" idx="4"/>
            </p:cNvCxnSpPr>
            <p:nvPr/>
          </p:nvCxnSpPr>
          <p:spPr>
            <a:xfrm>
              <a:off x="5623466" y="1477667"/>
              <a:ext cx="0" cy="360000"/>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25" name="Google Shape;725;p19"/>
            <p:cNvCxnSpPr/>
            <p:nvPr/>
          </p:nvCxnSpPr>
          <p:spPr>
            <a:xfrm flipH="1">
              <a:off x="4327322" y="1837707"/>
              <a:ext cx="1008112"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26" name="Google Shape;726;p19"/>
            <p:cNvCxnSpPr/>
            <p:nvPr/>
          </p:nvCxnSpPr>
          <p:spPr>
            <a:xfrm>
              <a:off x="5623466" y="1837707"/>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27" name="Google Shape;727;p19"/>
            <p:cNvCxnSpPr/>
            <p:nvPr/>
          </p:nvCxnSpPr>
          <p:spPr>
            <a:xfrm>
              <a:off x="6271538" y="1837707"/>
              <a:ext cx="72008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28" name="Google Shape;728;p19"/>
            <p:cNvCxnSpPr/>
            <p:nvPr/>
          </p:nvCxnSpPr>
          <p:spPr>
            <a:xfrm>
              <a:off x="4111298" y="2629795"/>
              <a:ext cx="0" cy="44381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29" name="Google Shape;729;p19"/>
            <p:cNvCxnSpPr/>
            <p:nvPr/>
          </p:nvCxnSpPr>
          <p:spPr>
            <a:xfrm>
              <a:off x="4113615" y="3205859"/>
              <a:ext cx="0" cy="68516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30" name="Google Shape;730;p19"/>
            <p:cNvCxnSpPr/>
            <p:nvPr/>
          </p:nvCxnSpPr>
          <p:spPr>
            <a:xfrm>
              <a:off x="4183306" y="4429995"/>
              <a:ext cx="720080" cy="720080"/>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31" name="Google Shape;731;p19"/>
            <p:cNvCxnSpPr/>
            <p:nvPr/>
          </p:nvCxnSpPr>
          <p:spPr>
            <a:xfrm>
              <a:off x="5551458" y="4502003"/>
              <a:ext cx="0" cy="576064"/>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32" name="Google Shape;732;p19"/>
            <p:cNvCxnSpPr/>
            <p:nvPr/>
          </p:nvCxnSpPr>
          <p:spPr>
            <a:xfrm flipH="1">
              <a:off x="6271538" y="4502003"/>
              <a:ext cx="864096" cy="504056"/>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33" name="Google Shape;733;p19"/>
            <p:cNvCxnSpPr/>
            <p:nvPr/>
          </p:nvCxnSpPr>
          <p:spPr>
            <a:xfrm>
              <a:off x="5551458" y="5366099"/>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sp>
          <p:nvSpPr>
            <p:cNvPr id="734" name="Google Shape;734;p19"/>
            <p:cNvSpPr/>
            <p:nvPr/>
          </p:nvSpPr>
          <p:spPr>
            <a:xfrm>
              <a:off x="5551458" y="1234623"/>
              <a:ext cx="144016" cy="144016"/>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cxnSp>
          <p:nvCxnSpPr>
            <p:cNvPr id="735" name="Google Shape;735;p19"/>
            <p:cNvCxnSpPr/>
            <p:nvPr/>
          </p:nvCxnSpPr>
          <p:spPr>
            <a:xfrm>
              <a:off x="5191418" y="3167276"/>
              <a:ext cx="720080" cy="1473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736" name="Google Shape;736;p19"/>
            <p:cNvCxnSpPr/>
            <p:nvPr/>
          </p:nvCxnSpPr>
          <p:spPr>
            <a:xfrm>
              <a:off x="5597423" y="2671195"/>
              <a:ext cx="0" cy="44381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37" name="Google Shape;737;p19"/>
            <p:cNvCxnSpPr/>
            <p:nvPr/>
          </p:nvCxnSpPr>
          <p:spPr>
            <a:xfrm>
              <a:off x="5599740" y="3247259"/>
              <a:ext cx="0" cy="68516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38" name="Google Shape;738;p19"/>
            <p:cNvCxnSpPr/>
            <p:nvPr/>
          </p:nvCxnSpPr>
          <p:spPr>
            <a:xfrm>
              <a:off x="6937462" y="3125876"/>
              <a:ext cx="720080" cy="1473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739" name="Google Shape;739;p19"/>
            <p:cNvCxnSpPr/>
            <p:nvPr/>
          </p:nvCxnSpPr>
          <p:spPr>
            <a:xfrm>
              <a:off x="7343467" y="2629795"/>
              <a:ext cx="0" cy="44381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40" name="Google Shape;740;p19"/>
            <p:cNvCxnSpPr/>
            <p:nvPr/>
          </p:nvCxnSpPr>
          <p:spPr>
            <a:xfrm>
              <a:off x="7345784" y="3205859"/>
              <a:ext cx="0" cy="685168"/>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sp>
          <p:nvSpPr>
            <p:cNvPr id="741" name="Google Shape;741;p19"/>
            <p:cNvSpPr txBox="1"/>
            <p:nvPr/>
          </p:nvSpPr>
          <p:spPr>
            <a:xfrm>
              <a:off x="4243471" y="1429490"/>
              <a:ext cx="48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T0</a:t>
              </a:r>
              <a:endParaRPr/>
            </a:p>
          </p:txBody>
        </p:sp>
        <p:sp>
          <p:nvSpPr>
            <p:cNvPr id="742" name="Google Shape;742;p19"/>
            <p:cNvSpPr txBox="1"/>
            <p:nvPr/>
          </p:nvSpPr>
          <p:spPr>
            <a:xfrm>
              <a:off x="2930675" y="2803528"/>
              <a:ext cx="48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T1</a:t>
              </a:r>
              <a:endParaRPr/>
            </a:p>
          </p:txBody>
        </p:sp>
        <p:sp>
          <p:nvSpPr>
            <p:cNvPr id="743" name="Google Shape;743;p19"/>
            <p:cNvSpPr txBox="1"/>
            <p:nvPr/>
          </p:nvSpPr>
          <p:spPr>
            <a:xfrm>
              <a:off x="4734958" y="2804315"/>
              <a:ext cx="48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T2</a:t>
              </a:r>
              <a:endParaRPr/>
            </a:p>
          </p:txBody>
        </p:sp>
        <p:sp>
          <p:nvSpPr>
            <p:cNvPr id="744" name="Google Shape;744;p19"/>
            <p:cNvSpPr txBox="1"/>
            <p:nvPr/>
          </p:nvSpPr>
          <p:spPr>
            <a:xfrm>
              <a:off x="6701770" y="2795934"/>
              <a:ext cx="481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T3</a:t>
              </a:r>
              <a:endParaRPr/>
            </a:p>
          </p:txBody>
        </p:sp>
        <p:sp>
          <p:nvSpPr>
            <p:cNvPr id="745" name="Google Shape;745;p19"/>
            <p:cNvSpPr txBox="1"/>
            <p:nvPr/>
          </p:nvSpPr>
          <p:spPr>
            <a:xfrm>
              <a:off x="3895272" y="4850750"/>
              <a:ext cx="6597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T 4</a:t>
              </a:r>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pic>
        <p:nvPicPr>
          <p:cNvPr id="750" name="Google Shape;750;p20" descr="http://3.bp.blogspot.com/-BgthTLC605A/UJ9oo1OhfGI/AAAAAAAAAfM/Op0KUvpqUi8/s1600/sincronizacion.jpg"/>
          <p:cNvPicPr preferRelativeResize="0"/>
          <p:nvPr/>
        </p:nvPicPr>
        <p:blipFill rotWithShape="1">
          <a:blip r:embed="rId3">
            <a:alphaModFix/>
          </a:blip>
          <a:srcRect/>
          <a:stretch/>
        </p:blipFill>
        <p:spPr>
          <a:xfrm>
            <a:off x="8455641" y="3684039"/>
            <a:ext cx="2639079" cy="2480372"/>
          </a:xfrm>
          <a:prstGeom prst="rect">
            <a:avLst/>
          </a:prstGeom>
          <a:noFill/>
          <a:ln>
            <a:noFill/>
          </a:ln>
        </p:spPr>
      </p:pic>
      <p:sp>
        <p:nvSpPr>
          <p:cNvPr id="751" name="Google Shape;751;p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752" name="Google Shape;752;p20"/>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68263" lvl="0" indent="-203200" algn="l" rtl="0">
              <a:lnSpc>
                <a:spcPct val="85000"/>
              </a:lnSpc>
              <a:spcBef>
                <a:spcPts val="0"/>
              </a:spcBef>
              <a:spcAft>
                <a:spcPts val="0"/>
              </a:spcAft>
              <a:buSzPts val="3200"/>
              <a:buChar char="»"/>
            </a:pPr>
            <a:r>
              <a:rPr lang="es-ES" sz="3200" dirty="0"/>
              <a:t>Sincronización</a:t>
            </a:r>
            <a:endParaRPr sz="3200" dirty="0"/>
          </a:p>
          <a:p>
            <a:pPr marL="260350" lvl="1" indent="-257175" algn="l" rtl="0">
              <a:lnSpc>
                <a:spcPct val="85000"/>
              </a:lnSpc>
              <a:spcBef>
                <a:spcPts val="450"/>
              </a:spcBef>
              <a:spcAft>
                <a:spcPts val="0"/>
              </a:spcAft>
              <a:buClr>
                <a:srgbClr val="262626"/>
              </a:buClr>
              <a:buSzPts val="3200"/>
              <a:buChar char=" "/>
            </a:pPr>
            <a:r>
              <a:rPr lang="es-ES" sz="3200" dirty="0"/>
              <a:t>Para que varios procesos colaboren en la solución de un problema es necesario que compartan información y recursos pero esto debe ser controlado para asegurar la integridad y correcta operación del sistema.</a:t>
            </a:r>
            <a:endParaRPr dirty="0"/>
          </a:p>
          <a:p>
            <a:pPr marL="68263" lvl="0" indent="0" algn="l" rtl="0">
              <a:lnSpc>
                <a:spcPct val="85000"/>
              </a:lnSpc>
              <a:spcBef>
                <a:spcPts val="975"/>
              </a:spcBef>
              <a:spcAft>
                <a:spcPts val="0"/>
              </a:spcAft>
              <a:buSzPts val="3200"/>
              <a:buNone/>
            </a:pPr>
            <a:endParaRPr sz="3200" dirty="0"/>
          </a:p>
        </p:txBody>
      </p:sp>
      <p:sp>
        <p:nvSpPr>
          <p:cNvPr id="753" name="Google Shape;753;p20"/>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dirty="0"/>
              <a:t>Ingeniería de Software I</a:t>
            </a:r>
            <a:endParaRPr dirty="0"/>
          </a:p>
        </p:txBody>
      </p:sp>
      <p:sp>
        <p:nvSpPr>
          <p:cNvPr id="754" name="Google Shape;754;p20"/>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2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760" name="Google Shape;760;p21"/>
          <p:cNvSpPr txBox="1">
            <a:spLocks noGrp="1"/>
          </p:cNvSpPr>
          <p:nvPr>
            <p:ph type="body" idx="1"/>
          </p:nvPr>
        </p:nvSpPr>
        <p:spPr>
          <a:xfrm>
            <a:off x="794525" y="1690413"/>
            <a:ext cx="10753800" cy="3767100"/>
          </a:xfrm>
          <a:prstGeom prst="rect">
            <a:avLst/>
          </a:prstGeom>
          <a:noFill/>
          <a:ln>
            <a:noFill/>
          </a:ln>
        </p:spPr>
        <p:txBody>
          <a:bodyPr spcFirstLastPara="1" wrap="square" lIns="91425" tIns="45700" rIns="91425" bIns="45700" anchor="t" anchorCtr="0">
            <a:normAutofit/>
          </a:bodyPr>
          <a:lstStyle/>
          <a:p>
            <a:pPr marL="68263" lvl="0" indent="-177800" algn="l" rtl="0">
              <a:lnSpc>
                <a:spcPct val="85000"/>
              </a:lnSpc>
              <a:spcBef>
                <a:spcPts val="0"/>
              </a:spcBef>
              <a:spcAft>
                <a:spcPts val="0"/>
              </a:spcAft>
              <a:buSzPts val="2800"/>
              <a:buChar char="»"/>
            </a:pPr>
            <a:r>
              <a:rPr lang="es-ES" sz="2800" dirty="0"/>
              <a:t>Expresión de exclusión mutua</a:t>
            </a:r>
            <a:endParaRPr sz="2800" dirty="0"/>
          </a:p>
        </p:txBody>
      </p:sp>
      <p:sp>
        <p:nvSpPr>
          <p:cNvPr id="761" name="Google Shape;761;p21"/>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762" name="Google Shape;762;p21"/>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19</a:t>
            </a:fld>
            <a:endParaRPr/>
          </a:p>
        </p:txBody>
      </p:sp>
      <p:sp>
        <p:nvSpPr>
          <p:cNvPr id="763" name="Google Shape;763;p21"/>
          <p:cNvSpPr/>
          <p:nvPr/>
        </p:nvSpPr>
        <p:spPr>
          <a:xfrm>
            <a:off x="3863752" y="2780928"/>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64" name="Google Shape;764;p21"/>
          <p:cNvSpPr txBox="1"/>
          <p:nvPr/>
        </p:nvSpPr>
        <p:spPr>
          <a:xfrm>
            <a:off x="3175675" y="2780925"/>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P0</a:t>
            </a:r>
            <a:endParaRPr/>
          </a:p>
        </p:txBody>
      </p:sp>
      <p:cxnSp>
        <p:nvCxnSpPr>
          <p:cNvPr id="765" name="Google Shape;765;p21"/>
          <p:cNvCxnSpPr/>
          <p:nvPr/>
        </p:nvCxnSpPr>
        <p:spPr>
          <a:xfrm>
            <a:off x="3503712" y="3717032"/>
            <a:ext cx="1584176" cy="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766" name="Google Shape;766;p21"/>
          <p:cNvCxnSpPr/>
          <p:nvPr/>
        </p:nvCxnSpPr>
        <p:spPr>
          <a:xfrm>
            <a:off x="4079776" y="3212976"/>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sp>
        <p:nvSpPr>
          <p:cNvPr id="767" name="Google Shape;767;p21"/>
          <p:cNvSpPr/>
          <p:nvPr/>
        </p:nvSpPr>
        <p:spPr>
          <a:xfrm>
            <a:off x="4007768" y="2897924"/>
            <a:ext cx="144016" cy="144016"/>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68" name="Google Shape;768;p21"/>
          <p:cNvSpPr/>
          <p:nvPr/>
        </p:nvSpPr>
        <p:spPr>
          <a:xfrm>
            <a:off x="5807968" y="2780928"/>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69" name="Google Shape;769;p21"/>
          <p:cNvSpPr txBox="1"/>
          <p:nvPr/>
        </p:nvSpPr>
        <p:spPr>
          <a:xfrm>
            <a:off x="5284317" y="2780925"/>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P1</a:t>
            </a:r>
            <a:endParaRPr/>
          </a:p>
        </p:txBody>
      </p:sp>
      <p:sp>
        <p:nvSpPr>
          <p:cNvPr id="770" name="Google Shape;770;p21"/>
          <p:cNvSpPr/>
          <p:nvPr/>
        </p:nvSpPr>
        <p:spPr>
          <a:xfrm>
            <a:off x="5951984" y="2897924"/>
            <a:ext cx="144016" cy="144016"/>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71" name="Google Shape;771;p21"/>
          <p:cNvSpPr/>
          <p:nvPr/>
        </p:nvSpPr>
        <p:spPr>
          <a:xfrm>
            <a:off x="7968208" y="2780928"/>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72" name="Google Shape;772;p21"/>
          <p:cNvSpPr txBox="1"/>
          <p:nvPr/>
        </p:nvSpPr>
        <p:spPr>
          <a:xfrm>
            <a:off x="7627254" y="2780925"/>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P2</a:t>
            </a:r>
            <a:endParaRPr/>
          </a:p>
        </p:txBody>
      </p:sp>
      <p:sp>
        <p:nvSpPr>
          <p:cNvPr id="773" name="Google Shape;773;p21"/>
          <p:cNvSpPr/>
          <p:nvPr/>
        </p:nvSpPr>
        <p:spPr>
          <a:xfrm>
            <a:off x="8112224" y="2897924"/>
            <a:ext cx="144016" cy="144016"/>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cxnSp>
        <p:nvCxnSpPr>
          <p:cNvPr id="774" name="Google Shape;774;p21"/>
          <p:cNvCxnSpPr/>
          <p:nvPr/>
        </p:nvCxnSpPr>
        <p:spPr>
          <a:xfrm>
            <a:off x="7392144" y="3717032"/>
            <a:ext cx="1584176" cy="0"/>
          </a:xfrm>
          <a:prstGeom prst="straightConnector1">
            <a:avLst/>
          </a:prstGeom>
          <a:solidFill>
            <a:schemeClr val="accent1"/>
          </a:solidFill>
          <a:ln w="9525" cap="flat" cmpd="sng">
            <a:solidFill>
              <a:schemeClr val="dk1"/>
            </a:solidFill>
            <a:prstDash val="solid"/>
            <a:miter lim="800000"/>
            <a:headEnd type="none" w="sm" len="sm"/>
            <a:tailEnd type="none" w="sm" len="sm"/>
          </a:ln>
        </p:spPr>
      </p:cxnSp>
      <p:cxnSp>
        <p:nvCxnSpPr>
          <p:cNvPr id="775" name="Google Shape;775;p21"/>
          <p:cNvCxnSpPr>
            <a:stCxn id="768" idx="3"/>
          </p:cNvCxnSpPr>
          <p:nvPr/>
        </p:nvCxnSpPr>
        <p:spPr>
          <a:xfrm flipH="1">
            <a:off x="4799940" y="3088241"/>
            <a:ext cx="1071300" cy="484800"/>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76" name="Google Shape;776;p21"/>
          <p:cNvCxnSpPr/>
          <p:nvPr/>
        </p:nvCxnSpPr>
        <p:spPr>
          <a:xfrm>
            <a:off x="6168008" y="3068960"/>
            <a:ext cx="1368152" cy="504056"/>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77" name="Google Shape;777;p21"/>
          <p:cNvCxnSpPr/>
          <p:nvPr/>
        </p:nvCxnSpPr>
        <p:spPr>
          <a:xfrm>
            <a:off x="8184232" y="3212976"/>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78" name="Google Shape;778;p21"/>
          <p:cNvCxnSpPr/>
          <p:nvPr/>
        </p:nvCxnSpPr>
        <p:spPr>
          <a:xfrm>
            <a:off x="4079776" y="3933056"/>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cxnSp>
        <p:nvCxnSpPr>
          <p:cNvPr id="779" name="Google Shape;779;p21"/>
          <p:cNvCxnSpPr/>
          <p:nvPr/>
        </p:nvCxnSpPr>
        <p:spPr>
          <a:xfrm>
            <a:off x="8184232" y="3933056"/>
            <a:ext cx="0" cy="288032"/>
          </a:xfrm>
          <a:prstGeom prst="straightConnector1">
            <a:avLst/>
          </a:prstGeom>
          <a:solidFill>
            <a:schemeClr val="accent1"/>
          </a:solidFill>
          <a:ln w="9525" cap="flat" cmpd="sng">
            <a:solidFill>
              <a:schemeClr val="dk1"/>
            </a:solidFill>
            <a:prstDash val="solid"/>
            <a:miter lim="800000"/>
            <a:headEnd type="none" w="sm" len="sm"/>
            <a:tailEnd type="stealth" w="med" len="med"/>
          </a:ln>
        </p:spPr>
      </p:cxnSp>
      <p:sp>
        <p:nvSpPr>
          <p:cNvPr id="780" name="Google Shape;780;p21"/>
          <p:cNvSpPr/>
          <p:nvPr/>
        </p:nvSpPr>
        <p:spPr>
          <a:xfrm>
            <a:off x="3863752" y="4437112"/>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81" name="Google Shape;781;p21"/>
          <p:cNvSpPr txBox="1"/>
          <p:nvPr/>
        </p:nvSpPr>
        <p:spPr>
          <a:xfrm>
            <a:off x="3175675" y="4437123"/>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P3</a:t>
            </a:r>
            <a:endParaRPr/>
          </a:p>
        </p:txBody>
      </p:sp>
      <p:sp>
        <p:nvSpPr>
          <p:cNvPr id="782" name="Google Shape;782;p21"/>
          <p:cNvSpPr/>
          <p:nvPr/>
        </p:nvSpPr>
        <p:spPr>
          <a:xfrm>
            <a:off x="7968208" y="4437112"/>
            <a:ext cx="432048" cy="360040"/>
          </a:xfrm>
          <a:prstGeom prst="ellipse">
            <a:avLst/>
          </a:prstGeom>
          <a:solidFill>
            <a:schemeClr val="lt1"/>
          </a:solidFill>
          <a:ln w="127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783" name="Google Shape;783;p21"/>
          <p:cNvSpPr txBox="1"/>
          <p:nvPr/>
        </p:nvSpPr>
        <p:spPr>
          <a:xfrm>
            <a:off x="7627254" y="4437123"/>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P4</a:t>
            </a:r>
            <a:endParaRPr/>
          </a:p>
        </p:txBody>
      </p:sp>
      <p:sp>
        <p:nvSpPr>
          <p:cNvPr id="784" name="Google Shape;784;p21"/>
          <p:cNvSpPr txBox="1"/>
          <p:nvPr/>
        </p:nvSpPr>
        <p:spPr>
          <a:xfrm>
            <a:off x="3035100" y="3389317"/>
            <a:ext cx="46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T0</a:t>
            </a:r>
            <a:endParaRPr/>
          </a:p>
        </p:txBody>
      </p:sp>
      <p:sp>
        <p:nvSpPr>
          <p:cNvPr id="785" name="Google Shape;785;p21"/>
          <p:cNvSpPr txBox="1"/>
          <p:nvPr/>
        </p:nvSpPr>
        <p:spPr>
          <a:xfrm>
            <a:off x="8723174" y="3393775"/>
            <a:ext cx="6687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Arial"/>
                <a:ea typeface="Arial"/>
                <a:cs typeface="Arial"/>
                <a:sym typeface="Arial"/>
              </a:rPr>
              <a:t>T1</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2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791" name="Google Shape;791;p22"/>
          <p:cNvSpPr txBox="1">
            <a:spLocks noGrp="1"/>
          </p:cNvSpPr>
          <p:nvPr>
            <p:ph type="body" idx="1"/>
          </p:nvPr>
        </p:nvSpPr>
        <p:spPr>
          <a:xfrm>
            <a:off x="650088" y="1596226"/>
            <a:ext cx="10753800" cy="3767100"/>
          </a:xfrm>
          <a:prstGeom prst="rect">
            <a:avLst/>
          </a:prstGeom>
          <a:noFill/>
          <a:ln>
            <a:noFill/>
          </a:ln>
        </p:spPr>
        <p:txBody>
          <a:bodyPr spcFirstLastPara="1" wrap="square" lIns="91425" tIns="45700" rIns="91425" bIns="45700" anchor="t" anchorCtr="0">
            <a:normAutofit/>
          </a:bodyPr>
          <a:lstStyle/>
          <a:p>
            <a:pPr marL="68263" lvl="0" indent="-177800" algn="l" rtl="0">
              <a:lnSpc>
                <a:spcPct val="85000"/>
              </a:lnSpc>
              <a:spcBef>
                <a:spcPts val="0"/>
              </a:spcBef>
              <a:spcAft>
                <a:spcPts val="0"/>
              </a:spcAft>
              <a:buSzPts val="2800"/>
              <a:buChar char="»"/>
            </a:pPr>
            <a:r>
              <a:rPr lang="es-ES" sz="2800" dirty="0"/>
              <a:t>Productor - Consumidor</a:t>
            </a:r>
            <a:endParaRPr sz="2800" dirty="0"/>
          </a:p>
        </p:txBody>
      </p:sp>
      <p:sp>
        <p:nvSpPr>
          <p:cNvPr id="792" name="Google Shape;792;p22"/>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793" name="Google Shape;793;p22"/>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20</a:t>
            </a:fld>
            <a:endParaRPr/>
          </a:p>
        </p:txBody>
      </p:sp>
      <p:pic>
        <p:nvPicPr>
          <p:cNvPr id="794" name="Google Shape;794;p22" descr="11-Petri"/>
          <p:cNvPicPr preferRelativeResize="0"/>
          <p:nvPr/>
        </p:nvPicPr>
        <p:blipFill rotWithShape="1">
          <a:blip r:embed="rId3">
            <a:alphaModFix/>
          </a:blip>
          <a:srcRect t="3772" r="1641" b="4835"/>
          <a:stretch/>
        </p:blipFill>
        <p:spPr>
          <a:xfrm>
            <a:off x="3686185" y="2214057"/>
            <a:ext cx="4943475" cy="39608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2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Redes de Petri</a:t>
            </a:r>
            <a:endParaRPr dirty="0"/>
          </a:p>
        </p:txBody>
      </p:sp>
      <p:sp>
        <p:nvSpPr>
          <p:cNvPr id="804" name="Google Shape;804;p23"/>
          <p:cNvSpPr txBox="1">
            <a:spLocks noGrp="1"/>
          </p:cNvSpPr>
          <p:nvPr>
            <p:ph type="body" idx="1"/>
          </p:nvPr>
        </p:nvSpPr>
        <p:spPr>
          <a:xfrm>
            <a:off x="674563" y="2060848"/>
            <a:ext cx="10753725" cy="3766185"/>
          </a:xfrm>
          <a:prstGeom prst="rect">
            <a:avLst/>
          </a:prstGeom>
          <a:noFill/>
          <a:ln>
            <a:noFill/>
          </a:ln>
        </p:spPr>
        <p:txBody>
          <a:bodyPr spcFirstLastPara="1" wrap="square" lIns="91425" tIns="45700" rIns="91425" bIns="45700" anchor="t" anchorCtr="0">
            <a:normAutofit/>
          </a:bodyPr>
          <a:lstStyle/>
          <a:p>
            <a:pPr marL="68263" lvl="0" indent="-177800" algn="l" rtl="0">
              <a:lnSpc>
                <a:spcPct val="85000"/>
              </a:lnSpc>
              <a:spcBef>
                <a:spcPts val="0"/>
              </a:spcBef>
              <a:spcAft>
                <a:spcPts val="0"/>
              </a:spcAft>
              <a:buSzPts val="2800"/>
              <a:buChar char="»"/>
            </a:pPr>
            <a:r>
              <a:rPr lang="es-ES" sz="2800"/>
              <a:t>Condición de bloqueo</a:t>
            </a:r>
            <a:endParaRPr sz="2800"/>
          </a:p>
        </p:txBody>
      </p:sp>
      <p:sp>
        <p:nvSpPr>
          <p:cNvPr id="805" name="Google Shape;805;p23"/>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806" name="Google Shape;806;p23"/>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21</a:t>
            </a:fld>
            <a:endParaRPr/>
          </a:p>
        </p:txBody>
      </p:sp>
      <p:sp>
        <p:nvSpPr>
          <p:cNvPr id="807" name="Google Shape;807;p23"/>
          <p:cNvSpPr/>
          <p:nvPr/>
        </p:nvSpPr>
        <p:spPr>
          <a:xfrm>
            <a:off x="4165476" y="2973131"/>
            <a:ext cx="342900" cy="34290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8" name="Google Shape;808;p23"/>
          <p:cNvSpPr/>
          <p:nvPr/>
        </p:nvSpPr>
        <p:spPr>
          <a:xfrm>
            <a:off x="4622676" y="2973131"/>
            <a:ext cx="342900" cy="34290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09" name="Google Shape;809;p23"/>
          <p:cNvSpPr/>
          <p:nvPr/>
        </p:nvSpPr>
        <p:spPr>
          <a:xfrm>
            <a:off x="5308476" y="2973131"/>
            <a:ext cx="342900" cy="34290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0" name="Google Shape;810;p23"/>
          <p:cNvSpPr/>
          <p:nvPr/>
        </p:nvSpPr>
        <p:spPr>
          <a:xfrm>
            <a:off x="5879976" y="2973131"/>
            <a:ext cx="342900" cy="342900"/>
          </a:xfrm>
          <a:prstGeom prst="ellipse">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811" name="Google Shape;811;p23"/>
          <p:cNvCxnSpPr/>
          <p:nvPr/>
        </p:nvCxnSpPr>
        <p:spPr>
          <a:xfrm>
            <a:off x="4394076" y="3316031"/>
            <a:ext cx="0" cy="342900"/>
          </a:xfrm>
          <a:prstGeom prst="straightConnector1">
            <a:avLst/>
          </a:prstGeom>
          <a:noFill/>
          <a:ln w="9525" cap="flat" cmpd="sng">
            <a:solidFill>
              <a:srgbClr val="000000"/>
            </a:solidFill>
            <a:prstDash val="solid"/>
            <a:round/>
            <a:headEnd type="none" w="med" len="med"/>
            <a:tailEnd type="triangle" w="med" len="med"/>
          </a:ln>
        </p:spPr>
      </p:cxnSp>
      <p:cxnSp>
        <p:nvCxnSpPr>
          <p:cNvPr id="812" name="Google Shape;812;p23"/>
          <p:cNvCxnSpPr/>
          <p:nvPr/>
        </p:nvCxnSpPr>
        <p:spPr>
          <a:xfrm>
            <a:off x="4851276" y="3316031"/>
            <a:ext cx="0" cy="342900"/>
          </a:xfrm>
          <a:prstGeom prst="straightConnector1">
            <a:avLst/>
          </a:prstGeom>
          <a:noFill/>
          <a:ln w="9525" cap="flat" cmpd="sng">
            <a:solidFill>
              <a:srgbClr val="000000"/>
            </a:solidFill>
            <a:prstDash val="solid"/>
            <a:round/>
            <a:headEnd type="none" w="med" len="med"/>
            <a:tailEnd type="triangle" w="med" len="med"/>
          </a:ln>
        </p:spPr>
      </p:cxnSp>
      <p:cxnSp>
        <p:nvCxnSpPr>
          <p:cNvPr id="813" name="Google Shape;813;p23"/>
          <p:cNvCxnSpPr/>
          <p:nvPr/>
        </p:nvCxnSpPr>
        <p:spPr>
          <a:xfrm>
            <a:off x="5537076" y="3316031"/>
            <a:ext cx="0" cy="342900"/>
          </a:xfrm>
          <a:prstGeom prst="straightConnector1">
            <a:avLst/>
          </a:prstGeom>
          <a:noFill/>
          <a:ln w="9525" cap="flat" cmpd="sng">
            <a:solidFill>
              <a:srgbClr val="000000"/>
            </a:solidFill>
            <a:prstDash val="solid"/>
            <a:round/>
            <a:headEnd type="none" w="med" len="med"/>
            <a:tailEnd type="triangle" w="med" len="med"/>
          </a:ln>
        </p:spPr>
      </p:cxnSp>
      <p:cxnSp>
        <p:nvCxnSpPr>
          <p:cNvPr id="814" name="Google Shape;814;p23"/>
          <p:cNvCxnSpPr/>
          <p:nvPr/>
        </p:nvCxnSpPr>
        <p:spPr>
          <a:xfrm>
            <a:off x="6108576" y="3316031"/>
            <a:ext cx="0" cy="342900"/>
          </a:xfrm>
          <a:prstGeom prst="straightConnector1">
            <a:avLst/>
          </a:prstGeom>
          <a:noFill/>
          <a:ln w="9525" cap="flat" cmpd="sng">
            <a:solidFill>
              <a:srgbClr val="000000"/>
            </a:solidFill>
            <a:prstDash val="solid"/>
            <a:round/>
            <a:headEnd type="none" w="med" len="med"/>
            <a:tailEnd type="triangle" w="med" len="med"/>
          </a:ln>
        </p:spPr>
      </p:cxnSp>
      <p:cxnSp>
        <p:nvCxnSpPr>
          <p:cNvPr id="815" name="Google Shape;815;p23"/>
          <p:cNvCxnSpPr/>
          <p:nvPr/>
        </p:nvCxnSpPr>
        <p:spPr>
          <a:xfrm>
            <a:off x="4279776" y="3658931"/>
            <a:ext cx="685800" cy="0"/>
          </a:xfrm>
          <a:prstGeom prst="straightConnector1">
            <a:avLst/>
          </a:prstGeom>
          <a:noFill/>
          <a:ln w="9525" cap="flat" cmpd="sng">
            <a:solidFill>
              <a:srgbClr val="000000"/>
            </a:solidFill>
            <a:prstDash val="solid"/>
            <a:round/>
            <a:headEnd type="none" w="med" len="med"/>
            <a:tailEnd type="none" w="med" len="med"/>
          </a:ln>
        </p:spPr>
      </p:cxnSp>
      <p:cxnSp>
        <p:nvCxnSpPr>
          <p:cNvPr id="816" name="Google Shape;816;p23"/>
          <p:cNvCxnSpPr/>
          <p:nvPr/>
        </p:nvCxnSpPr>
        <p:spPr>
          <a:xfrm>
            <a:off x="5422776" y="3658931"/>
            <a:ext cx="800100" cy="0"/>
          </a:xfrm>
          <a:prstGeom prst="straightConnector1">
            <a:avLst/>
          </a:prstGeom>
          <a:noFill/>
          <a:ln w="9525" cap="flat" cmpd="sng">
            <a:solidFill>
              <a:srgbClr val="000000"/>
            </a:solidFill>
            <a:prstDash val="solid"/>
            <a:round/>
            <a:headEnd type="none" w="med" len="med"/>
            <a:tailEnd type="none" w="med" len="med"/>
          </a:ln>
        </p:spPr>
      </p:cxnSp>
      <p:sp>
        <p:nvSpPr>
          <p:cNvPr id="817" name="Google Shape;817;p23"/>
          <p:cNvSpPr/>
          <p:nvPr/>
        </p:nvSpPr>
        <p:spPr>
          <a:xfrm>
            <a:off x="4622676" y="2401631"/>
            <a:ext cx="952500" cy="2038350"/>
          </a:xfrm>
          <a:custGeom>
            <a:avLst/>
            <a:gdLst/>
            <a:ahLst/>
            <a:cxnLst/>
            <a:rect l="l" t="t" r="r" b="b"/>
            <a:pathLst>
              <a:path w="1500" h="3210" extrusionOk="0">
                <a:moveTo>
                  <a:pt x="0" y="2070"/>
                </a:moveTo>
                <a:cubicBezTo>
                  <a:pt x="15" y="2580"/>
                  <a:pt x="30" y="3090"/>
                  <a:pt x="180" y="3150"/>
                </a:cubicBezTo>
                <a:cubicBezTo>
                  <a:pt x="330" y="3210"/>
                  <a:pt x="780" y="2910"/>
                  <a:pt x="900" y="2430"/>
                </a:cubicBezTo>
                <a:cubicBezTo>
                  <a:pt x="1020" y="1950"/>
                  <a:pt x="810" y="540"/>
                  <a:pt x="900" y="270"/>
                </a:cubicBezTo>
                <a:cubicBezTo>
                  <a:pt x="990" y="0"/>
                  <a:pt x="1380" y="720"/>
                  <a:pt x="1440" y="810"/>
                </a:cubicBezTo>
                <a:cubicBezTo>
                  <a:pt x="1500" y="900"/>
                  <a:pt x="1260" y="810"/>
                  <a:pt x="1260" y="810"/>
                </a:cubicBezTo>
                <a:cubicBezTo>
                  <a:pt x="1260" y="810"/>
                  <a:pt x="1350" y="810"/>
                  <a:pt x="1440" y="810"/>
                </a:cubicBezTo>
              </a:path>
            </a:pathLst>
          </a:cu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8" name="Google Shape;818;p23"/>
          <p:cNvSpPr/>
          <p:nvPr/>
        </p:nvSpPr>
        <p:spPr>
          <a:xfrm>
            <a:off x="4851276" y="2515931"/>
            <a:ext cx="990600" cy="1828800"/>
          </a:xfrm>
          <a:custGeom>
            <a:avLst/>
            <a:gdLst/>
            <a:ahLst/>
            <a:cxnLst/>
            <a:rect l="l" t="t" r="r" b="b"/>
            <a:pathLst>
              <a:path w="1560" h="2880" extrusionOk="0">
                <a:moveTo>
                  <a:pt x="1440" y="1710"/>
                </a:moveTo>
                <a:cubicBezTo>
                  <a:pt x="1500" y="2205"/>
                  <a:pt x="1560" y="2700"/>
                  <a:pt x="1440" y="2790"/>
                </a:cubicBezTo>
                <a:cubicBezTo>
                  <a:pt x="1320" y="2880"/>
                  <a:pt x="930" y="2670"/>
                  <a:pt x="720" y="2250"/>
                </a:cubicBezTo>
                <a:cubicBezTo>
                  <a:pt x="510" y="1830"/>
                  <a:pt x="300" y="540"/>
                  <a:pt x="180" y="270"/>
                </a:cubicBezTo>
                <a:cubicBezTo>
                  <a:pt x="60" y="0"/>
                  <a:pt x="30" y="315"/>
                  <a:pt x="0" y="630"/>
                </a:cubicBezTo>
              </a:path>
            </a:pathLst>
          </a:custGeom>
          <a:no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19" name="Google Shape;819;p23"/>
          <p:cNvSpPr/>
          <p:nvPr/>
        </p:nvSpPr>
        <p:spPr>
          <a:xfrm>
            <a:off x="4279776" y="3087431"/>
            <a:ext cx="114300" cy="1143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0" name="Google Shape;820;p23"/>
          <p:cNvSpPr/>
          <p:nvPr/>
        </p:nvSpPr>
        <p:spPr>
          <a:xfrm>
            <a:off x="5994276" y="3087431"/>
            <a:ext cx="114300" cy="114300"/>
          </a:xfrm>
          <a:prstGeom prst="ellipse">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21" name="Google Shape;821;p23"/>
          <p:cNvSpPr txBox="1"/>
          <p:nvPr/>
        </p:nvSpPr>
        <p:spPr>
          <a:xfrm>
            <a:off x="4051176" y="2744531"/>
            <a:ext cx="342900" cy="342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P0</a:t>
            </a:r>
            <a:endParaRPr sz="1200">
              <a:solidFill>
                <a:schemeClr val="dk1"/>
              </a:solidFill>
              <a:latin typeface="Calibri"/>
              <a:ea typeface="Calibri"/>
              <a:cs typeface="Calibri"/>
              <a:sym typeface="Calibri"/>
            </a:endParaRPr>
          </a:p>
        </p:txBody>
      </p:sp>
      <p:sp>
        <p:nvSpPr>
          <p:cNvPr id="822" name="Google Shape;822;p23"/>
          <p:cNvSpPr txBox="1"/>
          <p:nvPr/>
        </p:nvSpPr>
        <p:spPr>
          <a:xfrm>
            <a:off x="4479724" y="2744531"/>
            <a:ext cx="342900" cy="342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P1</a:t>
            </a:r>
            <a:endParaRPr sz="1200">
              <a:solidFill>
                <a:schemeClr val="dk1"/>
              </a:solidFill>
              <a:latin typeface="Calibri"/>
              <a:ea typeface="Calibri"/>
              <a:cs typeface="Calibri"/>
              <a:sym typeface="Calibri"/>
            </a:endParaRPr>
          </a:p>
        </p:txBody>
      </p:sp>
      <p:sp>
        <p:nvSpPr>
          <p:cNvPr id="823" name="Google Shape;823;p23"/>
          <p:cNvSpPr txBox="1"/>
          <p:nvPr/>
        </p:nvSpPr>
        <p:spPr>
          <a:xfrm>
            <a:off x="5537076" y="2744531"/>
            <a:ext cx="342900" cy="342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P2</a:t>
            </a:r>
            <a:endParaRPr sz="1200">
              <a:solidFill>
                <a:schemeClr val="dk1"/>
              </a:solidFill>
              <a:latin typeface="Calibri"/>
              <a:ea typeface="Calibri"/>
              <a:cs typeface="Calibri"/>
              <a:sym typeface="Calibri"/>
            </a:endParaRPr>
          </a:p>
        </p:txBody>
      </p:sp>
      <p:sp>
        <p:nvSpPr>
          <p:cNvPr id="824" name="Google Shape;824;p23"/>
          <p:cNvSpPr txBox="1"/>
          <p:nvPr/>
        </p:nvSpPr>
        <p:spPr>
          <a:xfrm>
            <a:off x="6222876" y="2858831"/>
            <a:ext cx="342900" cy="342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P3</a:t>
            </a:r>
            <a:endParaRPr sz="1200">
              <a:solidFill>
                <a:schemeClr val="dk1"/>
              </a:solidFill>
              <a:latin typeface="Calibri"/>
              <a:ea typeface="Calibri"/>
              <a:cs typeface="Calibri"/>
              <a:sym typeface="Calibri"/>
            </a:endParaRPr>
          </a:p>
        </p:txBody>
      </p:sp>
      <p:sp>
        <p:nvSpPr>
          <p:cNvPr id="825" name="Google Shape;825;p23"/>
          <p:cNvSpPr txBox="1"/>
          <p:nvPr/>
        </p:nvSpPr>
        <p:spPr>
          <a:xfrm>
            <a:off x="3822576" y="3430331"/>
            <a:ext cx="342900" cy="342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T1</a:t>
            </a:r>
            <a:endParaRPr sz="1200">
              <a:solidFill>
                <a:schemeClr val="dk1"/>
              </a:solidFill>
              <a:latin typeface="Calibri"/>
              <a:ea typeface="Calibri"/>
              <a:cs typeface="Calibri"/>
              <a:sym typeface="Calibri"/>
            </a:endParaRPr>
          </a:p>
        </p:txBody>
      </p:sp>
      <p:sp>
        <p:nvSpPr>
          <p:cNvPr id="826" name="Google Shape;826;p23"/>
          <p:cNvSpPr txBox="1"/>
          <p:nvPr/>
        </p:nvSpPr>
        <p:spPr>
          <a:xfrm>
            <a:off x="6108576" y="3430331"/>
            <a:ext cx="342900" cy="342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ES" sz="1200">
                <a:solidFill>
                  <a:schemeClr val="dk1"/>
                </a:solidFill>
                <a:latin typeface="Calibri"/>
                <a:ea typeface="Calibri"/>
                <a:cs typeface="Calibri"/>
                <a:sym typeface="Calibri"/>
              </a:rPr>
              <a:t>T2</a:t>
            </a:r>
            <a:endParaRPr sz="1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24"/>
          <p:cNvSpPr txBox="1">
            <a:spLocks noGrp="1"/>
          </p:cNvSpPr>
          <p:nvPr>
            <p:ph type="title"/>
          </p:nvPr>
        </p:nvSpPr>
        <p:spPr>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lt1"/>
              </a:buClr>
              <a:buSzPts val="5400"/>
              <a:buFont typeface="Trebuchet MS"/>
              <a:buNone/>
            </a:pPr>
            <a:r>
              <a:rPr lang="es-ES" dirty="0"/>
              <a:t>Ejemplos de Redes de Petri</a:t>
            </a:r>
            <a:endParaRPr dirty="0"/>
          </a:p>
        </p:txBody>
      </p:sp>
      <p:sp>
        <p:nvSpPr>
          <p:cNvPr id="2" name="Marcador de texto 1">
            <a:extLst>
              <a:ext uri="{FF2B5EF4-FFF2-40B4-BE49-F238E27FC236}">
                <a16:creationId xmlns:a16="http://schemas.microsoft.com/office/drawing/2014/main" id="{3C9835C3-69E9-6F56-E639-61FA743D08DA}"/>
              </a:ext>
            </a:extLst>
          </p:cNvPr>
          <p:cNvSpPr>
            <a:spLocks noGrp="1"/>
          </p:cNvSpPr>
          <p:nvPr>
            <p:ph type="body" idx="1"/>
          </p:nvPr>
        </p:nvSpPr>
        <p:spPr/>
        <p:txBody>
          <a:bodyPr/>
          <a:lstStyle/>
          <a:p>
            <a:endParaRPr lang="es-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2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Brazo robot</a:t>
            </a:r>
            <a:endParaRPr dirty="0"/>
          </a:p>
        </p:txBody>
      </p:sp>
      <p:sp>
        <p:nvSpPr>
          <p:cNvPr id="845" name="Google Shape;845;p25"/>
          <p:cNvSpPr txBox="1">
            <a:spLocks noGrp="1"/>
          </p:cNvSpPr>
          <p:nvPr>
            <p:ph type="body" idx="1"/>
          </p:nvPr>
        </p:nvSpPr>
        <p:spPr>
          <a:xfrm>
            <a:off x="168275" y="1917043"/>
            <a:ext cx="6973146" cy="3766185"/>
          </a:xfrm>
          <a:prstGeom prst="rect">
            <a:avLst/>
          </a:prstGeom>
          <a:noFill/>
          <a:ln>
            <a:noFill/>
          </a:ln>
        </p:spPr>
        <p:txBody>
          <a:bodyPr spcFirstLastPara="1" wrap="square" lIns="91425" tIns="45700" rIns="91425" bIns="45700" anchor="t" anchorCtr="0">
            <a:normAutofit lnSpcReduction="10000"/>
          </a:bodyPr>
          <a:lstStyle/>
          <a:p>
            <a:pPr marL="68263" lvl="0" indent="-177800" algn="ctr" rtl="0">
              <a:lnSpc>
                <a:spcPct val="85000"/>
              </a:lnSpc>
              <a:spcBef>
                <a:spcPts val="0"/>
              </a:spcBef>
              <a:spcAft>
                <a:spcPts val="0"/>
              </a:spcAft>
              <a:buSzPts val="2800"/>
              <a:buChar char="»"/>
            </a:pPr>
            <a:r>
              <a:rPr lang="es-ES" sz="2800"/>
              <a:t>Este ejemplo considera un sistema de manufactura flexible donde se tiene una banda transportadora por donde arriban piezas para ser procesadas.</a:t>
            </a:r>
            <a:endParaRPr/>
          </a:p>
          <a:p>
            <a:pPr marL="68263" lvl="0" indent="-177800" algn="ctr" rtl="0">
              <a:lnSpc>
                <a:spcPct val="85000"/>
              </a:lnSpc>
              <a:spcBef>
                <a:spcPts val="975"/>
              </a:spcBef>
              <a:spcAft>
                <a:spcPts val="0"/>
              </a:spcAft>
              <a:buSzPts val="2800"/>
              <a:buChar char="»"/>
            </a:pPr>
            <a:r>
              <a:rPr lang="es-ES" sz="2800"/>
              <a:t>Estas piezas son tomadas por un brazo de robot que las deposita en una máquina para su procesamiento. </a:t>
            </a:r>
            <a:endParaRPr sz="2800"/>
          </a:p>
          <a:p>
            <a:pPr marL="68263" lvl="0" indent="-177800" algn="ctr" rtl="0">
              <a:lnSpc>
                <a:spcPct val="85000"/>
              </a:lnSpc>
              <a:spcBef>
                <a:spcPts val="975"/>
              </a:spcBef>
              <a:spcAft>
                <a:spcPts val="0"/>
              </a:spcAft>
              <a:buSzPts val="2800"/>
              <a:buChar char="»"/>
            </a:pPr>
            <a:r>
              <a:rPr lang="es-ES" sz="2800"/>
              <a:t>Al finalizar el proceso, el brazo de robot vuelve a tomar la pieza para depositarla en una banda de salida.</a:t>
            </a:r>
            <a:endParaRPr sz="2800"/>
          </a:p>
        </p:txBody>
      </p:sp>
      <p:sp>
        <p:nvSpPr>
          <p:cNvPr id="846" name="Google Shape;846;p25"/>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847" name="Google Shape;847;p25"/>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23</a:t>
            </a:fld>
            <a:endParaRPr/>
          </a:p>
        </p:txBody>
      </p:sp>
      <p:pic>
        <p:nvPicPr>
          <p:cNvPr id="848" name="Google Shape;848;p25"/>
          <p:cNvPicPr preferRelativeResize="0"/>
          <p:nvPr/>
        </p:nvPicPr>
        <p:blipFill rotWithShape="1">
          <a:blip r:embed="rId3">
            <a:alphaModFix/>
          </a:blip>
          <a:srcRect/>
          <a:stretch/>
        </p:blipFill>
        <p:spPr>
          <a:xfrm>
            <a:off x="7179772" y="35833"/>
            <a:ext cx="4914900" cy="5791200"/>
          </a:xfrm>
          <a:prstGeom prst="rect">
            <a:avLst/>
          </a:prstGeom>
          <a:noFill/>
          <a:ln>
            <a:noFill/>
          </a:ln>
        </p:spPr>
      </p:pic>
      <p:sp>
        <p:nvSpPr>
          <p:cNvPr id="849" name="Google Shape;849;p25"/>
          <p:cNvSpPr txBox="1"/>
          <p:nvPr/>
        </p:nvSpPr>
        <p:spPr>
          <a:xfrm>
            <a:off x="3607724" y="6374076"/>
            <a:ext cx="46800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900">
                <a:solidFill>
                  <a:schemeClr val="dk1"/>
                </a:solidFill>
                <a:latin typeface="Calibri"/>
                <a:ea typeface="Calibri"/>
                <a:cs typeface="Calibri"/>
                <a:sym typeface="Calibri"/>
              </a:rPr>
              <a:t>Zhou, M., Venkatesh, K., 1999. Modeling, Simulation, and Control of Flexible Manufacturing Systems. Series in Intelligent Control and Intelligent Automation 6, World Scientific Publishing</a:t>
            </a:r>
            <a:endParaRPr sz="9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26"/>
          <p:cNvSpPr txBox="1">
            <a:spLocks noGrp="1"/>
          </p:cNvSpPr>
          <p:nvPr>
            <p:ph type="title"/>
          </p:nvPr>
        </p:nvSpPr>
        <p:spPr>
          <a:xfrm>
            <a:off x="1966" y="-236609"/>
            <a:ext cx="10806112" cy="1273175"/>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Brazo robot</a:t>
            </a:r>
            <a:endParaRPr dirty="0"/>
          </a:p>
        </p:txBody>
      </p:sp>
      <p:pic>
        <p:nvPicPr>
          <p:cNvPr id="863" name="Google Shape;863;p26"/>
          <p:cNvPicPr preferRelativeResize="0">
            <a:picLocks noGrp="1"/>
          </p:cNvPicPr>
          <p:nvPr>
            <p:ph type="body" idx="1"/>
          </p:nvPr>
        </p:nvPicPr>
        <p:blipFill rotWithShape="1">
          <a:blip r:embed="rId3">
            <a:alphaModFix/>
          </a:blip>
          <a:srcRect/>
          <a:stretch/>
        </p:blipFill>
        <p:spPr>
          <a:xfrm>
            <a:off x="468328" y="631172"/>
            <a:ext cx="5785775" cy="5677798"/>
          </a:xfrm>
          <a:prstGeom prst="rect">
            <a:avLst/>
          </a:prstGeom>
          <a:noFill/>
          <a:ln>
            <a:noFill/>
          </a:ln>
        </p:spPr>
      </p:pic>
      <p:sp>
        <p:nvSpPr>
          <p:cNvPr id="859" name="Google Shape;859;p26"/>
          <p:cNvSpPr txBox="1">
            <a:spLocks noGrp="1"/>
          </p:cNvSpPr>
          <p:nvPr>
            <p:ph type="ftr" idx="11"/>
          </p:nvPr>
        </p:nvSpPr>
        <p:spPr>
          <a:xfrm>
            <a:off x="3842703" y="5943870"/>
            <a:ext cx="4822800" cy="365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860" name="Google Shape;860;p26"/>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24</a:t>
            </a:fld>
            <a:endParaRPr/>
          </a:p>
        </p:txBody>
      </p:sp>
      <p:pic>
        <p:nvPicPr>
          <p:cNvPr id="861" name="Google Shape;861;p26"/>
          <p:cNvPicPr preferRelativeResize="0"/>
          <p:nvPr/>
        </p:nvPicPr>
        <p:blipFill rotWithShape="1">
          <a:blip r:embed="rId4">
            <a:alphaModFix/>
          </a:blip>
          <a:srcRect/>
          <a:stretch/>
        </p:blipFill>
        <p:spPr>
          <a:xfrm>
            <a:off x="6720465" y="255547"/>
            <a:ext cx="5346067" cy="6299241"/>
          </a:xfrm>
          <a:prstGeom prst="rect">
            <a:avLst/>
          </a:prstGeom>
          <a:noFill/>
          <a:ln>
            <a:noFill/>
          </a:ln>
        </p:spPr>
      </p:pic>
      <p:sp>
        <p:nvSpPr>
          <p:cNvPr id="862" name="Google Shape;862;p26"/>
          <p:cNvSpPr txBox="1"/>
          <p:nvPr/>
        </p:nvSpPr>
        <p:spPr>
          <a:xfrm>
            <a:off x="3755967" y="5857496"/>
            <a:ext cx="46800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900" dirty="0">
                <a:solidFill>
                  <a:schemeClr val="dk1"/>
                </a:solidFill>
                <a:latin typeface="Calibri"/>
                <a:ea typeface="Calibri"/>
                <a:cs typeface="Calibri"/>
                <a:sym typeface="Calibri"/>
              </a:rPr>
              <a:t>Zhou, M., </a:t>
            </a:r>
            <a:r>
              <a:rPr lang="es-ES" sz="900" dirty="0" err="1">
                <a:solidFill>
                  <a:schemeClr val="dk1"/>
                </a:solidFill>
                <a:latin typeface="Calibri"/>
                <a:ea typeface="Calibri"/>
                <a:cs typeface="Calibri"/>
                <a:sym typeface="Calibri"/>
              </a:rPr>
              <a:t>Venkatesh</a:t>
            </a:r>
            <a:r>
              <a:rPr lang="es-ES" sz="900" dirty="0">
                <a:solidFill>
                  <a:schemeClr val="dk1"/>
                </a:solidFill>
                <a:latin typeface="Calibri"/>
                <a:ea typeface="Calibri"/>
                <a:cs typeface="Calibri"/>
                <a:sym typeface="Calibri"/>
              </a:rPr>
              <a:t>, K., 1999. </a:t>
            </a:r>
            <a:r>
              <a:rPr lang="es-ES" sz="900" dirty="0" err="1">
                <a:solidFill>
                  <a:schemeClr val="dk1"/>
                </a:solidFill>
                <a:latin typeface="Calibri"/>
                <a:ea typeface="Calibri"/>
                <a:cs typeface="Calibri"/>
                <a:sym typeface="Calibri"/>
              </a:rPr>
              <a:t>Modeling</a:t>
            </a:r>
            <a:r>
              <a:rPr lang="es-ES" sz="900" dirty="0">
                <a:solidFill>
                  <a:schemeClr val="dk1"/>
                </a:solidFill>
                <a:latin typeface="Calibri"/>
                <a:ea typeface="Calibri"/>
                <a:cs typeface="Calibri"/>
                <a:sym typeface="Calibri"/>
              </a:rPr>
              <a:t>, </a:t>
            </a:r>
            <a:r>
              <a:rPr lang="es-ES" sz="900" dirty="0" err="1">
                <a:solidFill>
                  <a:schemeClr val="dk1"/>
                </a:solidFill>
                <a:latin typeface="Calibri"/>
                <a:ea typeface="Calibri"/>
                <a:cs typeface="Calibri"/>
                <a:sym typeface="Calibri"/>
              </a:rPr>
              <a:t>Simulation</a:t>
            </a:r>
            <a:r>
              <a:rPr lang="es-ES" sz="900" dirty="0">
                <a:solidFill>
                  <a:schemeClr val="dk1"/>
                </a:solidFill>
                <a:latin typeface="Calibri"/>
                <a:ea typeface="Calibri"/>
                <a:cs typeface="Calibri"/>
                <a:sym typeface="Calibri"/>
              </a:rPr>
              <a:t>, and Control </a:t>
            </a:r>
            <a:r>
              <a:rPr lang="es-ES" sz="900" dirty="0" err="1">
                <a:solidFill>
                  <a:schemeClr val="dk1"/>
                </a:solidFill>
                <a:latin typeface="Calibri"/>
                <a:ea typeface="Calibri"/>
                <a:cs typeface="Calibri"/>
                <a:sym typeface="Calibri"/>
              </a:rPr>
              <a:t>of</a:t>
            </a:r>
            <a:r>
              <a:rPr lang="es-ES" sz="900" dirty="0">
                <a:solidFill>
                  <a:schemeClr val="dk1"/>
                </a:solidFill>
                <a:latin typeface="Calibri"/>
                <a:ea typeface="Calibri"/>
                <a:cs typeface="Calibri"/>
                <a:sym typeface="Calibri"/>
              </a:rPr>
              <a:t> Flexible </a:t>
            </a:r>
            <a:r>
              <a:rPr lang="es-ES" sz="900" dirty="0" err="1">
                <a:solidFill>
                  <a:schemeClr val="dk1"/>
                </a:solidFill>
                <a:latin typeface="Calibri"/>
                <a:ea typeface="Calibri"/>
                <a:cs typeface="Calibri"/>
                <a:sym typeface="Calibri"/>
              </a:rPr>
              <a:t>Manufacturing</a:t>
            </a:r>
            <a:r>
              <a:rPr lang="es-ES" sz="900" dirty="0">
                <a:solidFill>
                  <a:schemeClr val="dk1"/>
                </a:solidFill>
                <a:latin typeface="Calibri"/>
                <a:ea typeface="Calibri"/>
                <a:cs typeface="Calibri"/>
                <a:sym typeface="Calibri"/>
              </a:rPr>
              <a:t> </a:t>
            </a:r>
            <a:r>
              <a:rPr lang="es-ES" sz="900" dirty="0" err="1">
                <a:solidFill>
                  <a:schemeClr val="dk1"/>
                </a:solidFill>
                <a:latin typeface="Calibri"/>
                <a:ea typeface="Calibri"/>
                <a:cs typeface="Calibri"/>
                <a:sym typeface="Calibri"/>
              </a:rPr>
              <a:t>Systems</a:t>
            </a:r>
            <a:r>
              <a:rPr lang="es-ES" sz="900" dirty="0">
                <a:solidFill>
                  <a:schemeClr val="dk1"/>
                </a:solidFill>
                <a:latin typeface="Calibri"/>
                <a:ea typeface="Calibri"/>
                <a:cs typeface="Calibri"/>
                <a:sym typeface="Calibri"/>
              </a:rPr>
              <a:t>. Series in </a:t>
            </a:r>
            <a:r>
              <a:rPr lang="es-ES" sz="900" dirty="0" err="1">
                <a:solidFill>
                  <a:schemeClr val="dk1"/>
                </a:solidFill>
                <a:latin typeface="Calibri"/>
                <a:ea typeface="Calibri"/>
                <a:cs typeface="Calibri"/>
                <a:sym typeface="Calibri"/>
              </a:rPr>
              <a:t>Intelligent</a:t>
            </a:r>
            <a:r>
              <a:rPr lang="es-ES" sz="900" dirty="0">
                <a:solidFill>
                  <a:schemeClr val="dk1"/>
                </a:solidFill>
                <a:latin typeface="Calibri"/>
                <a:ea typeface="Calibri"/>
                <a:cs typeface="Calibri"/>
                <a:sym typeface="Calibri"/>
              </a:rPr>
              <a:t> Control and </a:t>
            </a:r>
            <a:r>
              <a:rPr lang="es-ES" sz="900" dirty="0" err="1">
                <a:solidFill>
                  <a:schemeClr val="dk1"/>
                </a:solidFill>
                <a:latin typeface="Calibri"/>
                <a:ea typeface="Calibri"/>
                <a:cs typeface="Calibri"/>
                <a:sym typeface="Calibri"/>
              </a:rPr>
              <a:t>Intelligent</a:t>
            </a:r>
            <a:r>
              <a:rPr lang="es-ES" sz="900" dirty="0">
                <a:solidFill>
                  <a:schemeClr val="dk1"/>
                </a:solidFill>
                <a:latin typeface="Calibri"/>
                <a:ea typeface="Calibri"/>
                <a:cs typeface="Calibri"/>
                <a:sym typeface="Calibri"/>
              </a:rPr>
              <a:t> </a:t>
            </a:r>
            <a:r>
              <a:rPr lang="es-ES" sz="900" dirty="0" err="1">
                <a:solidFill>
                  <a:schemeClr val="dk1"/>
                </a:solidFill>
                <a:latin typeface="Calibri"/>
                <a:ea typeface="Calibri"/>
                <a:cs typeface="Calibri"/>
                <a:sym typeface="Calibri"/>
              </a:rPr>
              <a:t>Automation</a:t>
            </a:r>
            <a:r>
              <a:rPr lang="es-ES" sz="900" dirty="0">
                <a:solidFill>
                  <a:schemeClr val="dk1"/>
                </a:solidFill>
                <a:latin typeface="Calibri"/>
                <a:ea typeface="Calibri"/>
                <a:cs typeface="Calibri"/>
                <a:sym typeface="Calibri"/>
              </a:rPr>
              <a:t> 6, </a:t>
            </a:r>
            <a:r>
              <a:rPr lang="es-ES" sz="900" dirty="0" err="1">
                <a:solidFill>
                  <a:schemeClr val="dk1"/>
                </a:solidFill>
                <a:latin typeface="Calibri"/>
                <a:ea typeface="Calibri"/>
                <a:cs typeface="Calibri"/>
                <a:sym typeface="Calibri"/>
              </a:rPr>
              <a:t>World</a:t>
            </a:r>
            <a:r>
              <a:rPr lang="es-ES" sz="900" dirty="0">
                <a:solidFill>
                  <a:schemeClr val="dk1"/>
                </a:solidFill>
                <a:latin typeface="Calibri"/>
                <a:ea typeface="Calibri"/>
                <a:cs typeface="Calibri"/>
                <a:sym typeface="Calibri"/>
              </a:rPr>
              <a:t> </a:t>
            </a:r>
            <a:r>
              <a:rPr lang="es-ES" sz="900" dirty="0" err="1">
                <a:solidFill>
                  <a:schemeClr val="dk1"/>
                </a:solidFill>
                <a:latin typeface="Calibri"/>
                <a:ea typeface="Calibri"/>
                <a:cs typeface="Calibri"/>
                <a:sym typeface="Calibri"/>
              </a:rPr>
              <a:t>Scientific</a:t>
            </a:r>
            <a:r>
              <a:rPr lang="es-ES" sz="900" dirty="0">
                <a:solidFill>
                  <a:schemeClr val="dk1"/>
                </a:solidFill>
                <a:latin typeface="Calibri"/>
                <a:ea typeface="Calibri"/>
                <a:cs typeface="Calibri"/>
                <a:sym typeface="Calibri"/>
              </a:rPr>
              <a:t> Publishing</a:t>
            </a:r>
            <a:endParaRPr sz="900" dirty="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27"/>
          <p:cNvSpPr txBox="1">
            <a:spLocks noGrp="1"/>
          </p:cNvSpPr>
          <p:nvPr>
            <p:ph type="title"/>
          </p:nvPr>
        </p:nvSpPr>
        <p:spPr>
          <a:xfrm>
            <a:off x="0" y="-281808"/>
            <a:ext cx="10806112" cy="1273175"/>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Brazo robot</a:t>
            </a:r>
            <a:endParaRPr dirty="0"/>
          </a:p>
        </p:txBody>
      </p:sp>
      <p:pic>
        <p:nvPicPr>
          <p:cNvPr id="876" name="Google Shape;876;p27"/>
          <p:cNvPicPr preferRelativeResize="0">
            <a:picLocks noGrp="1"/>
          </p:cNvPicPr>
          <p:nvPr>
            <p:ph type="body" idx="1"/>
          </p:nvPr>
        </p:nvPicPr>
        <p:blipFill rotWithShape="1">
          <a:blip r:embed="rId3">
            <a:alphaModFix/>
          </a:blip>
          <a:srcRect/>
          <a:stretch/>
        </p:blipFill>
        <p:spPr>
          <a:xfrm>
            <a:off x="161267" y="787791"/>
            <a:ext cx="5713537" cy="5586285"/>
          </a:xfrm>
          <a:prstGeom prst="rect">
            <a:avLst/>
          </a:prstGeom>
          <a:noFill/>
          <a:ln>
            <a:noFill/>
          </a:ln>
        </p:spPr>
      </p:pic>
      <p:sp>
        <p:nvSpPr>
          <p:cNvPr id="873" name="Google Shape;873;p27"/>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874" name="Google Shape;874;p27"/>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25</a:t>
            </a:fld>
            <a:endParaRPr/>
          </a:p>
        </p:txBody>
      </p:sp>
      <p:sp>
        <p:nvSpPr>
          <p:cNvPr id="875" name="Google Shape;875;p27"/>
          <p:cNvSpPr txBox="1"/>
          <p:nvPr/>
        </p:nvSpPr>
        <p:spPr>
          <a:xfrm>
            <a:off x="3607724" y="6374076"/>
            <a:ext cx="46800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900">
                <a:solidFill>
                  <a:schemeClr val="dk1"/>
                </a:solidFill>
                <a:latin typeface="Calibri"/>
                <a:ea typeface="Calibri"/>
                <a:cs typeface="Calibri"/>
                <a:sym typeface="Calibri"/>
              </a:rPr>
              <a:t>Zhou, M., Venkatesh, K., 1999. Modeling, Simulation, and Control of Flexible Manufacturing Systems. Series in Intelligent Control and Intelligent Automation 6, World Scientific Publishing</a:t>
            </a:r>
            <a:endParaRPr sz="900">
              <a:solidFill>
                <a:schemeClr val="dk1"/>
              </a:solidFill>
              <a:latin typeface="Calibri"/>
              <a:ea typeface="Calibri"/>
              <a:cs typeface="Calibri"/>
              <a:sym typeface="Calibri"/>
            </a:endParaRPr>
          </a:p>
        </p:txBody>
      </p:sp>
      <p:sp>
        <p:nvSpPr>
          <p:cNvPr id="877" name="Google Shape;877;p27"/>
          <p:cNvSpPr txBox="1"/>
          <p:nvPr/>
        </p:nvSpPr>
        <p:spPr>
          <a:xfrm>
            <a:off x="6086944" y="296019"/>
            <a:ext cx="6207025" cy="3785652"/>
          </a:xfrm>
          <a:prstGeom prst="rect">
            <a:avLst/>
          </a:prstGeom>
          <a:solidFill>
            <a:srgbClr val="FFFF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dirty="0">
                <a:solidFill>
                  <a:schemeClr val="dk1"/>
                </a:solidFill>
                <a:latin typeface="Calibri"/>
                <a:ea typeface="Calibri"/>
                <a:cs typeface="Calibri"/>
                <a:sym typeface="Calibri"/>
              </a:rPr>
              <a:t>El </a:t>
            </a:r>
            <a:r>
              <a:rPr lang="es-ES" sz="2400" b="1" dirty="0">
                <a:solidFill>
                  <a:schemeClr val="dk1"/>
                </a:solidFill>
                <a:latin typeface="Calibri"/>
                <a:ea typeface="Calibri"/>
                <a:cs typeface="Calibri"/>
                <a:sym typeface="Calibri"/>
              </a:rPr>
              <a:t>estado inicial </a:t>
            </a:r>
            <a:r>
              <a:rPr lang="es-ES" sz="2400" dirty="0">
                <a:solidFill>
                  <a:schemeClr val="dk1"/>
                </a:solidFill>
                <a:latin typeface="Calibri"/>
                <a:ea typeface="Calibri"/>
                <a:cs typeface="Calibri"/>
                <a:sym typeface="Calibri"/>
              </a:rPr>
              <a:t>del sistema modelado por la </a:t>
            </a:r>
            <a:r>
              <a:rPr lang="es-ES" sz="2400" dirty="0" err="1">
                <a:solidFill>
                  <a:schemeClr val="dk1"/>
                </a:solidFill>
                <a:latin typeface="Calibri"/>
                <a:ea typeface="Calibri"/>
                <a:cs typeface="Calibri"/>
                <a:sym typeface="Calibri"/>
              </a:rPr>
              <a:t>RdP</a:t>
            </a:r>
            <a:r>
              <a:rPr lang="es-ES" sz="2400" dirty="0">
                <a:solidFill>
                  <a:schemeClr val="dk1"/>
                </a:solidFill>
                <a:latin typeface="Calibri"/>
                <a:ea typeface="Calibri"/>
                <a:cs typeface="Calibri"/>
                <a:sym typeface="Calibri"/>
              </a:rPr>
              <a:t> indica que existe una pieza en la banda de entrada (p1), que el brazo de robot está listo para tomar alguna pieza (p2) y que la máquina de proceso también está disponible (p4). </a:t>
            </a:r>
            <a:endParaRPr sz="2400" dirty="0">
              <a:solidFill>
                <a:schemeClr val="dk1"/>
              </a:solidFill>
              <a:latin typeface="Calibri"/>
              <a:ea typeface="Calibri"/>
              <a:cs typeface="Calibri"/>
              <a:sym typeface="Calibri"/>
            </a:endParaRPr>
          </a:p>
          <a:p>
            <a:pPr marL="0" marR="0" lvl="0" indent="0" algn="l" rtl="0">
              <a:spcBef>
                <a:spcPts val="0"/>
              </a:spcBef>
              <a:spcAft>
                <a:spcPts val="0"/>
              </a:spcAft>
              <a:buNone/>
            </a:pPr>
            <a:endParaRPr sz="2400" dirty="0">
              <a:solidFill>
                <a:schemeClr val="dk1"/>
              </a:solidFill>
              <a:latin typeface="Calibri"/>
              <a:ea typeface="Calibri"/>
              <a:cs typeface="Calibri"/>
              <a:sym typeface="Calibri"/>
            </a:endParaRPr>
          </a:p>
          <a:p>
            <a:pPr marL="0" marR="0" lvl="0" indent="0" algn="l" rtl="0">
              <a:spcBef>
                <a:spcPts val="0"/>
              </a:spcBef>
              <a:spcAft>
                <a:spcPts val="0"/>
              </a:spcAft>
              <a:buNone/>
            </a:pPr>
            <a:r>
              <a:rPr lang="es-ES" sz="2400" dirty="0">
                <a:solidFill>
                  <a:schemeClr val="dk1"/>
                </a:solidFill>
                <a:latin typeface="Calibri"/>
                <a:ea typeface="Calibri"/>
                <a:cs typeface="Calibri"/>
                <a:sym typeface="Calibri"/>
              </a:rPr>
              <a:t>El marcado de este estado sería M0 = (1 1 0 1 0 0 0), que corresponden a los tokens de los lugares M0 = (p1 p2 … p7), respectivamente. </a:t>
            </a:r>
            <a:endParaRPr sz="2400" dirty="0">
              <a:solidFill>
                <a:schemeClr val="dk1"/>
              </a:solidFill>
              <a:latin typeface="Calibri"/>
              <a:ea typeface="Calibri"/>
              <a:cs typeface="Calibri"/>
              <a:sym typeface="Calibri"/>
            </a:endParaRPr>
          </a:p>
          <a:p>
            <a:pPr marL="0" marR="0" lvl="0" indent="0" algn="l" rtl="0">
              <a:spcBef>
                <a:spcPts val="0"/>
              </a:spcBef>
              <a:spcAft>
                <a:spcPts val="0"/>
              </a:spcAft>
              <a:buNone/>
            </a:pPr>
            <a:endParaRPr sz="2400" dirty="0">
              <a:solidFill>
                <a:schemeClr val="dk1"/>
              </a:solidFill>
              <a:latin typeface="Calibri"/>
              <a:ea typeface="Calibri"/>
              <a:cs typeface="Calibri"/>
              <a:sym typeface="Calibri"/>
            </a:endParaRPr>
          </a:p>
        </p:txBody>
      </p:sp>
      <p:grpSp>
        <p:nvGrpSpPr>
          <p:cNvPr id="878" name="Google Shape;878;p27"/>
          <p:cNvGrpSpPr/>
          <p:nvPr/>
        </p:nvGrpSpPr>
        <p:grpSpPr>
          <a:xfrm>
            <a:off x="1207766" y="3675208"/>
            <a:ext cx="10970651" cy="2883534"/>
            <a:chOff x="1207766" y="3675208"/>
            <a:chExt cx="10970651" cy="2883534"/>
          </a:xfrm>
        </p:grpSpPr>
        <p:sp>
          <p:nvSpPr>
            <p:cNvPr id="879" name="Google Shape;879;p27"/>
            <p:cNvSpPr/>
            <p:nvPr/>
          </p:nvSpPr>
          <p:spPr>
            <a:xfrm>
              <a:off x="6082417" y="4342751"/>
              <a:ext cx="6096000" cy="2215991"/>
            </a:xfrm>
            <a:prstGeom prst="rect">
              <a:avLst/>
            </a:prstGeom>
            <a:solidFill>
              <a:srgbClr val="FFBFB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2400" dirty="0">
                  <a:solidFill>
                    <a:schemeClr val="dk1"/>
                  </a:solidFill>
                  <a:latin typeface="Calibri"/>
                  <a:ea typeface="Calibri"/>
                  <a:cs typeface="Calibri"/>
                  <a:sym typeface="Calibri"/>
                </a:rPr>
                <a:t>La </a:t>
              </a:r>
              <a:r>
                <a:rPr lang="es-ES" sz="2400" b="1" dirty="0">
                  <a:solidFill>
                    <a:schemeClr val="dk1"/>
                  </a:solidFill>
                  <a:latin typeface="Calibri"/>
                  <a:ea typeface="Calibri"/>
                  <a:cs typeface="Calibri"/>
                  <a:sym typeface="Calibri"/>
                </a:rPr>
                <a:t>transición t1 </a:t>
              </a:r>
              <a:r>
                <a:rPr lang="es-ES" sz="2400" dirty="0">
                  <a:solidFill>
                    <a:schemeClr val="dk1"/>
                  </a:solidFill>
                  <a:latin typeface="Calibri"/>
                  <a:ea typeface="Calibri"/>
                  <a:cs typeface="Calibri"/>
                  <a:sym typeface="Calibri"/>
                </a:rPr>
                <a:t>se encuentra </a:t>
              </a:r>
              <a:r>
                <a:rPr lang="es-ES" sz="2400" b="1" dirty="0">
                  <a:solidFill>
                    <a:schemeClr val="dk1"/>
                  </a:solidFill>
                  <a:latin typeface="Calibri"/>
                  <a:ea typeface="Calibri"/>
                  <a:cs typeface="Calibri"/>
                  <a:sym typeface="Calibri"/>
                </a:rPr>
                <a:t>habilitada</a:t>
              </a:r>
              <a:r>
                <a:rPr lang="es-ES" sz="2400" dirty="0">
                  <a:solidFill>
                    <a:schemeClr val="dk1"/>
                  </a:solidFill>
                  <a:latin typeface="Calibri"/>
                  <a:ea typeface="Calibri"/>
                  <a:cs typeface="Calibri"/>
                  <a:sym typeface="Calibri"/>
                </a:rPr>
                <a:t>, es decir, para que una pieza sea tomada por el brazo de robot es necesario que la pieza se encuentre en la banda de entrada y el brazo de robot se encuentre disponible.. </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80" name="Google Shape;880;p27"/>
            <p:cNvSpPr/>
            <p:nvPr/>
          </p:nvSpPr>
          <p:spPr>
            <a:xfrm rot="7584604">
              <a:off x="3607282" y="1275692"/>
              <a:ext cx="453669" cy="5252702"/>
            </a:xfrm>
            <a:prstGeom prst="downArrow">
              <a:avLst>
                <a:gd name="adj1" fmla="val 50000"/>
                <a:gd name="adj2" fmla="val 50000"/>
              </a:avLst>
            </a:prstGeom>
            <a:solidFill>
              <a:schemeClr val="accent1"/>
            </a:solid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90" name="Google Shape;890;p28"/>
          <p:cNvSpPr txBox="1">
            <a:spLocks noGrp="1"/>
          </p:cNvSpPr>
          <p:nvPr>
            <p:ph type="title"/>
          </p:nvPr>
        </p:nvSpPr>
        <p:spPr>
          <a:xfrm>
            <a:off x="-76993" y="-321198"/>
            <a:ext cx="10806112" cy="1273175"/>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Brazo robot</a:t>
            </a:r>
            <a:endParaRPr dirty="0"/>
          </a:p>
        </p:txBody>
      </p:sp>
      <p:pic>
        <p:nvPicPr>
          <p:cNvPr id="889" name="Google Shape;889;p28"/>
          <p:cNvPicPr preferRelativeResize="0">
            <a:picLocks noGrp="1"/>
          </p:cNvPicPr>
          <p:nvPr>
            <p:ph type="body" idx="1"/>
          </p:nvPr>
        </p:nvPicPr>
        <p:blipFill rotWithShape="1">
          <a:blip r:embed="rId3">
            <a:alphaModFix/>
          </a:blip>
          <a:srcRect r="882" b="52339"/>
          <a:stretch/>
        </p:blipFill>
        <p:spPr>
          <a:xfrm>
            <a:off x="360370" y="520505"/>
            <a:ext cx="11174175" cy="5529383"/>
          </a:xfrm>
          <a:prstGeom prst="rect">
            <a:avLst/>
          </a:prstGeom>
          <a:noFill/>
          <a:ln>
            <a:noFill/>
          </a:ln>
        </p:spPr>
      </p:pic>
      <p:sp>
        <p:nvSpPr>
          <p:cNvPr id="891" name="Google Shape;891;p28"/>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892" name="Google Shape;892;p28"/>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26</a:t>
            </a:fld>
            <a:endParaRPr/>
          </a:p>
        </p:txBody>
      </p:sp>
      <p:sp>
        <p:nvSpPr>
          <p:cNvPr id="893" name="Google Shape;893;p28"/>
          <p:cNvSpPr txBox="1"/>
          <p:nvPr/>
        </p:nvSpPr>
        <p:spPr>
          <a:xfrm>
            <a:off x="3607724" y="6374076"/>
            <a:ext cx="46800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900">
                <a:solidFill>
                  <a:schemeClr val="dk1"/>
                </a:solidFill>
                <a:latin typeface="Calibri"/>
                <a:ea typeface="Calibri"/>
                <a:cs typeface="Calibri"/>
                <a:sym typeface="Calibri"/>
              </a:rPr>
              <a:t>Zhou, M., Venkatesh, K., 1999. Modeling, Simulation, and Control of Flexible Manufacturing Systems. Series in Intelligent Control and Intelligent Automation 6, World Scientific Publishing</a:t>
            </a:r>
            <a:endParaRPr sz="900">
              <a:solidFill>
                <a:schemeClr val="dk1"/>
              </a:solidFill>
              <a:latin typeface="Calibri"/>
              <a:ea typeface="Calibri"/>
              <a:cs typeface="Calibri"/>
              <a:sym typeface="Calibri"/>
            </a:endParaRPr>
          </a:p>
        </p:txBody>
      </p:sp>
      <p:sp>
        <p:nvSpPr>
          <p:cNvPr id="894" name="Google Shape;894;p28"/>
          <p:cNvSpPr txBox="1"/>
          <p:nvPr/>
        </p:nvSpPr>
        <p:spPr>
          <a:xfrm>
            <a:off x="3686185" y="4295561"/>
            <a:ext cx="3783760" cy="1754286"/>
          </a:xfrm>
          <a:prstGeom prst="rect">
            <a:avLst/>
          </a:prstGeom>
          <a:solidFill>
            <a:srgbClr val="7030A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dirty="0">
                <a:solidFill>
                  <a:schemeClr val="lt1"/>
                </a:solidFill>
                <a:latin typeface="Calibri"/>
                <a:ea typeface="Calibri"/>
                <a:cs typeface="Calibri"/>
                <a:sym typeface="Calibri"/>
              </a:rPr>
              <a:t>En la figura (a) se muestra el estado de la </a:t>
            </a:r>
            <a:r>
              <a:rPr lang="es-ES" sz="1800" b="1" dirty="0" err="1">
                <a:solidFill>
                  <a:schemeClr val="lt1"/>
                </a:solidFill>
                <a:latin typeface="Calibri"/>
                <a:ea typeface="Calibri"/>
                <a:cs typeface="Calibri"/>
                <a:sym typeface="Calibri"/>
              </a:rPr>
              <a:t>RdP</a:t>
            </a:r>
            <a:r>
              <a:rPr lang="es-ES" sz="1800" b="1" dirty="0">
                <a:solidFill>
                  <a:schemeClr val="lt1"/>
                </a:solidFill>
                <a:latin typeface="Calibri"/>
                <a:ea typeface="Calibri"/>
                <a:cs typeface="Calibri"/>
                <a:sym typeface="Calibri"/>
              </a:rPr>
              <a:t> M1 = (0 0 1 1 0 0 0) después del disparo de t1, que indica que la pieza está tomada por el brazo del robot y la máquina de procesamiento aún se encuentra disponible. </a:t>
            </a:r>
            <a:r>
              <a:rPr lang="es-ES" sz="1400" b="1" dirty="0">
                <a:solidFill>
                  <a:schemeClr val="lt1"/>
                </a:solidFill>
                <a:latin typeface="Calibri"/>
                <a:ea typeface="Calibri"/>
                <a:cs typeface="Calibri"/>
                <a:sym typeface="Calibri"/>
              </a:rPr>
              <a:t> </a:t>
            </a:r>
            <a:endParaRPr sz="1400" b="1" dirty="0">
              <a:solidFill>
                <a:schemeClr val="lt1"/>
              </a:solidFill>
              <a:latin typeface="Calibri"/>
              <a:ea typeface="Calibri"/>
              <a:cs typeface="Calibri"/>
              <a:sym typeface="Calibri"/>
            </a:endParaRPr>
          </a:p>
        </p:txBody>
      </p:sp>
      <p:sp>
        <p:nvSpPr>
          <p:cNvPr id="895" name="Google Shape;895;p28"/>
          <p:cNvSpPr/>
          <p:nvPr/>
        </p:nvSpPr>
        <p:spPr>
          <a:xfrm>
            <a:off x="9314411" y="4139917"/>
            <a:ext cx="2877589" cy="2031325"/>
          </a:xfrm>
          <a:prstGeom prst="rect">
            <a:avLst/>
          </a:prstGeom>
          <a:solidFill>
            <a:srgbClr val="7030A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b="1" dirty="0">
                <a:solidFill>
                  <a:schemeClr val="lt1"/>
                </a:solidFill>
                <a:latin typeface="Calibri"/>
                <a:ea typeface="Calibri"/>
                <a:cs typeface="Calibri"/>
                <a:sym typeface="Calibri"/>
              </a:rPr>
              <a:t>La figura (b) muestra el estado M2 = (0 1 0 0 1 0 0), obtenido después del disparo de t2, donde el brazo de robot está ahora disponible y la máquina de procesamiento se encuentra en operación.</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5" name="Google Shape;905;p29"/>
          <p:cNvSpPr txBox="1">
            <a:spLocks noGrp="1"/>
          </p:cNvSpPr>
          <p:nvPr>
            <p:ph type="title"/>
          </p:nvPr>
        </p:nvSpPr>
        <p:spPr>
          <a:xfrm>
            <a:off x="-76993" y="-321198"/>
            <a:ext cx="10806112" cy="1273175"/>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Brazo robot</a:t>
            </a:r>
            <a:endParaRPr dirty="0"/>
          </a:p>
        </p:txBody>
      </p:sp>
      <p:pic>
        <p:nvPicPr>
          <p:cNvPr id="904" name="Google Shape;904;p29"/>
          <p:cNvPicPr preferRelativeResize="0">
            <a:picLocks noGrp="1"/>
          </p:cNvPicPr>
          <p:nvPr>
            <p:ph type="body" idx="1"/>
          </p:nvPr>
        </p:nvPicPr>
        <p:blipFill rotWithShape="1">
          <a:blip r:embed="rId3">
            <a:alphaModFix/>
          </a:blip>
          <a:srcRect t="49488"/>
          <a:stretch/>
        </p:blipFill>
        <p:spPr>
          <a:xfrm>
            <a:off x="72653" y="637308"/>
            <a:ext cx="11491313" cy="6106100"/>
          </a:xfrm>
          <a:prstGeom prst="rect">
            <a:avLst/>
          </a:prstGeom>
          <a:noFill/>
          <a:ln>
            <a:noFill/>
          </a:ln>
        </p:spPr>
      </p:pic>
      <p:sp>
        <p:nvSpPr>
          <p:cNvPr id="906" name="Google Shape;906;p29"/>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907" name="Google Shape;907;p29"/>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27</a:t>
            </a:fld>
            <a:endParaRPr/>
          </a:p>
        </p:txBody>
      </p:sp>
      <p:sp>
        <p:nvSpPr>
          <p:cNvPr id="908" name="Google Shape;908;p29"/>
          <p:cNvSpPr txBox="1"/>
          <p:nvPr/>
        </p:nvSpPr>
        <p:spPr>
          <a:xfrm>
            <a:off x="3607724" y="6374076"/>
            <a:ext cx="468006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900">
                <a:solidFill>
                  <a:schemeClr val="dk1"/>
                </a:solidFill>
                <a:latin typeface="Calibri"/>
                <a:ea typeface="Calibri"/>
                <a:cs typeface="Calibri"/>
                <a:sym typeface="Calibri"/>
              </a:rPr>
              <a:t>Zhou, M., Venkatesh, K., 1999. Modeling, Simulation, and Control of Flexible Manufacturing Systems. Series in Intelligent Control and Intelligent Automation 6, World Scientific Publishing</a:t>
            </a:r>
            <a:endParaRPr sz="900">
              <a:solidFill>
                <a:schemeClr val="dk1"/>
              </a:solidFill>
              <a:latin typeface="Calibri"/>
              <a:ea typeface="Calibri"/>
              <a:cs typeface="Calibri"/>
              <a:sym typeface="Calibri"/>
            </a:endParaRPr>
          </a:p>
        </p:txBody>
      </p:sp>
      <p:sp>
        <p:nvSpPr>
          <p:cNvPr id="909" name="Google Shape;909;p29"/>
          <p:cNvSpPr txBox="1"/>
          <p:nvPr/>
        </p:nvSpPr>
        <p:spPr>
          <a:xfrm>
            <a:off x="3607724" y="4178300"/>
            <a:ext cx="2861564" cy="2308324"/>
          </a:xfrm>
          <a:prstGeom prst="rect">
            <a:avLst/>
          </a:prstGeom>
          <a:solidFill>
            <a:srgbClr val="7030A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La figura (c) indica el estado alcanzado después del disparo de t3,  M3 = (0 0 0 1 0 1 0), donde el brazo de robot ha tomado la pieza de la máquina de procesamiento y ésta se encuentra disponible. </a:t>
            </a:r>
            <a:endParaRPr sz="1800">
              <a:solidFill>
                <a:schemeClr val="lt1"/>
              </a:solidFill>
              <a:latin typeface="Calibri"/>
              <a:ea typeface="Calibri"/>
              <a:cs typeface="Calibri"/>
              <a:sym typeface="Calibri"/>
            </a:endParaRPr>
          </a:p>
        </p:txBody>
      </p:sp>
      <p:sp>
        <p:nvSpPr>
          <p:cNvPr id="910" name="Google Shape;910;p29"/>
          <p:cNvSpPr/>
          <p:nvPr/>
        </p:nvSpPr>
        <p:spPr>
          <a:xfrm>
            <a:off x="9266238" y="4022464"/>
            <a:ext cx="2985071" cy="2862322"/>
          </a:xfrm>
          <a:prstGeom prst="rect">
            <a:avLst/>
          </a:prstGeom>
          <a:solidFill>
            <a:srgbClr val="7030A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La figura (d) muestra el estado del sistema con el marcado M4 = (0 1 0 1 0 0 1), después del disparo de la transición t4, donde la pieza ha sido colocada en la banda de salida, y tanto el brazo de robot como la máquina de procesamiento se encuentran disponibles. </a:t>
            </a:r>
            <a:endParaRPr/>
          </a:p>
        </p:txBody>
      </p:sp>
      <p:sp>
        <p:nvSpPr>
          <p:cNvPr id="911" name="Google Shape;911;p29"/>
          <p:cNvSpPr/>
          <p:nvPr/>
        </p:nvSpPr>
        <p:spPr>
          <a:xfrm>
            <a:off x="2687782" y="198642"/>
            <a:ext cx="8190983" cy="646331"/>
          </a:xfrm>
          <a:prstGeom prst="rect">
            <a:avLst/>
          </a:prstGeom>
          <a:solidFill>
            <a:srgbClr val="7030A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lt1"/>
                </a:solidFill>
                <a:latin typeface="Calibri"/>
                <a:ea typeface="Calibri"/>
                <a:cs typeface="Calibri"/>
                <a:sym typeface="Calibri"/>
              </a:rPr>
              <a:t>A partir del marcado M4 se habilita la transición t5, cuyo disparo generaría el marcado M0, el cual corresponde al estado inicial del sistema.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3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dirty="0"/>
              <a:t>Ejercicio para resolver paso a paso</a:t>
            </a:r>
            <a:endParaRPr dirty="0"/>
          </a:p>
        </p:txBody>
      </p:sp>
      <p:sp>
        <p:nvSpPr>
          <p:cNvPr id="917" name="Google Shape;917;p3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68263" lvl="0" indent="-203200" algn="just" rtl="0">
              <a:lnSpc>
                <a:spcPct val="85000"/>
              </a:lnSpc>
              <a:spcBef>
                <a:spcPts val="0"/>
              </a:spcBef>
              <a:spcAft>
                <a:spcPts val="0"/>
              </a:spcAft>
              <a:buSzPts val="3200"/>
              <a:buChar char="»"/>
            </a:pPr>
            <a:r>
              <a:rPr lang="es-ES" sz="3200"/>
              <a:t>Los autos llegan a una estación de servicios para cargar combustible. La estación sólo posee lugar de espera para cinco autos. De no haber lugar quedará esperando fuera de la estación, hasta que se libere un lugar y pasará a esperar adentro. La estación tiene tres surtidores. Cada surtidor atiende de un auto a la vez. Una vez finalizada la carga, los autos pasan a esperar que se libere una de las dos cajas. Las cajas atienden de un auto a la vez. Una vez que ha realizado el pago, el auto se retira.</a:t>
            </a:r>
            <a:endParaRPr/>
          </a:p>
        </p:txBody>
      </p:sp>
      <p:sp>
        <p:nvSpPr>
          <p:cNvPr id="918" name="Google Shape;918;p30"/>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919" name="Google Shape;919;p30"/>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31"/>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925" name="Google Shape;925;p31"/>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29</a:t>
            </a:fld>
            <a:endParaRPr/>
          </a:p>
        </p:txBody>
      </p:sp>
      <p:pic>
        <p:nvPicPr>
          <p:cNvPr id="926" name="Google Shape;926;p31" descr="https://pixabay.com/static/uploads/photo/2012/04/28/18/23/gas-43874_960_720.png"/>
          <p:cNvPicPr preferRelativeResize="0"/>
          <p:nvPr/>
        </p:nvPicPr>
        <p:blipFill rotWithShape="1">
          <a:blip r:embed="rId3">
            <a:alphaModFix/>
          </a:blip>
          <a:srcRect/>
          <a:stretch/>
        </p:blipFill>
        <p:spPr>
          <a:xfrm>
            <a:off x="4805588" y="1556792"/>
            <a:ext cx="792088" cy="792088"/>
          </a:xfrm>
          <a:prstGeom prst="rect">
            <a:avLst/>
          </a:prstGeom>
          <a:noFill/>
          <a:ln>
            <a:noFill/>
          </a:ln>
        </p:spPr>
      </p:pic>
      <p:pic>
        <p:nvPicPr>
          <p:cNvPr id="927" name="Google Shape;927;p31" descr="https://pixabay.com/static/uploads/photo/2012/04/28/18/23/gas-43874_960_720.png"/>
          <p:cNvPicPr preferRelativeResize="0"/>
          <p:nvPr/>
        </p:nvPicPr>
        <p:blipFill rotWithShape="1">
          <a:blip r:embed="rId3">
            <a:alphaModFix/>
          </a:blip>
          <a:srcRect/>
          <a:stretch/>
        </p:blipFill>
        <p:spPr>
          <a:xfrm>
            <a:off x="4805588" y="3029904"/>
            <a:ext cx="792088" cy="792088"/>
          </a:xfrm>
          <a:prstGeom prst="rect">
            <a:avLst/>
          </a:prstGeom>
          <a:noFill/>
          <a:ln>
            <a:noFill/>
          </a:ln>
        </p:spPr>
      </p:pic>
      <p:pic>
        <p:nvPicPr>
          <p:cNvPr id="928" name="Google Shape;928;p31" descr="https://pixabay.com/static/uploads/photo/2012/04/28/18/23/gas-43874_960_720.png"/>
          <p:cNvPicPr preferRelativeResize="0"/>
          <p:nvPr/>
        </p:nvPicPr>
        <p:blipFill rotWithShape="1">
          <a:blip r:embed="rId3">
            <a:alphaModFix/>
          </a:blip>
          <a:srcRect/>
          <a:stretch/>
        </p:blipFill>
        <p:spPr>
          <a:xfrm>
            <a:off x="4805588" y="4558637"/>
            <a:ext cx="792088" cy="792088"/>
          </a:xfrm>
          <a:prstGeom prst="rect">
            <a:avLst/>
          </a:prstGeom>
          <a:noFill/>
          <a:ln>
            <a:noFill/>
          </a:ln>
        </p:spPr>
      </p:pic>
      <p:sp>
        <p:nvSpPr>
          <p:cNvPr id="929" name="Google Shape;929;p31" descr="Resultado de imagen para simbolo de caja"/>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30" name="Google Shape;930;p31" descr="http://image.shutterstock.com/display_pic_with_logo/169/169,1184230450,18/stock-vector-cash-register-machine-symbol-3815086.jpg"/>
          <p:cNvPicPr preferRelativeResize="0"/>
          <p:nvPr/>
        </p:nvPicPr>
        <p:blipFill rotWithShape="1">
          <a:blip r:embed="rId4">
            <a:alphaModFix/>
          </a:blip>
          <a:srcRect/>
          <a:stretch/>
        </p:blipFill>
        <p:spPr>
          <a:xfrm>
            <a:off x="8967876" y="1591523"/>
            <a:ext cx="896054" cy="935879"/>
          </a:xfrm>
          <a:prstGeom prst="rect">
            <a:avLst/>
          </a:prstGeom>
          <a:noFill/>
          <a:ln>
            <a:noFill/>
          </a:ln>
        </p:spPr>
      </p:pic>
      <p:sp>
        <p:nvSpPr>
          <p:cNvPr id="931" name="Google Shape;931;p31"/>
          <p:cNvSpPr/>
          <p:nvPr/>
        </p:nvSpPr>
        <p:spPr>
          <a:xfrm>
            <a:off x="3116996" y="2254767"/>
            <a:ext cx="242700" cy="2758409"/>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32" name="Google Shape;932;p31"/>
          <p:cNvSpPr/>
          <p:nvPr/>
        </p:nvSpPr>
        <p:spPr>
          <a:xfrm>
            <a:off x="7148094" y="2527402"/>
            <a:ext cx="219369" cy="2125733"/>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33" name="Google Shape;933;p31"/>
          <p:cNvSpPr/>
          <p:nvPr/>
        </p:nvSpPr>
        <p:spPr>
          <a:xfrm>
            <a:off x="8226008" y="2473772"/>
            <a:ext cx="137588" cy="2179364"/>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34" name="Google Shape;934;p31"/>
          <p:cNvSpPr/>
          <p:nvPr/>
        </p:nvSpPr>
        <p:spPr>
          <a:xfrm>
            <a:off x="1847528" y="2254767"/>
            <a:ext cx="144016" cy="2667317"/>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935" name="Google Shape;935;p31" descr="https://pixabay.com/static/uploads/photo/2012/04/24/11/54/car-39596_640.png"/>
          <p:cNvPicPr preferRelativeResize="0"/>
          <p:nvPr/>
        </p:nvPicPr>
        <p:blipFill rotWithShape="1">
          <a:blip r:embed="rId5">
            <a:alphaModFix/>
          </a:blip>
          <a:srcRect/>
          <a:stretch/>
        </p:blipFill>
        <p:spPr>
          <a:xfrm flipH="1">
            <a:off x="403830" y="3298307"/>
            <a:ext cx="821308" cy="410654"/>
          </a:xfrm>
          <a:prstGeom prst="rect">
            <a:avLst/>
          </a:prstGeom>
          <a:noFill/>
          <a:ln>
            <a:noFill/>
          </a:ln>
        </p:spPr>
      </p:pic>
      <p:sp>
        <p:nvSpPr>
          <p:cNvPr id="936" name="Google Shape;936;p31"/>
          <p:cNvSpPr txBox="1"/>
          <p:nvPr/>
        </p:nvSpPr>
        <p:spPr>
          <a:xfrm>
            <a:off x="3991047" y="43477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3 Surtidores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1 auto por surtidor </a:t>
            </a:r>
            <a:endParaRPr sz="1800" b="0" i="0" u="none" strike="noStrike" cap="small">
              <a:solidFill>
                <a:schemeClr val="dk1"/>
              </a:solidFill>
              <a:latin typeface="Calibri"/>
              <a:ea typeface="Calibri"/>
              <a:cs typeface="Calibri"/>
              <a:sym typeface="Calibri"/>
            </a:endParaRPr>
          </a:p>
        </p:txBody>
      </p:sp>
      <p:sp>
        <p:nvSpPr>
          <p:cNvPr id="937" name="Google Shape;937;p31"/>
          <p:cNvSpPr txBox="1"/>
          <p:nvPr/>
        </p:nvSpPr>
        <p:spPr>
          <a:xfrm>
            <a:off x="6810297" y="126592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Cola de espera </a:t>
            </a:r>
            <a:endParaRPr/>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para pagar (sin limite) </a:t>
            </a:r>
            <a:endParaRPr sz="1800" b="0" i="0" u="none" strike="noStrike" cap="small">
              <a:solidFill>
                <a:schemeClr val="dk1"/>
              </a:solidFill>
              <a:latin typeface="Calibri"/>
              <a:ea typeface="Calibri"/>
              <a:cs typeface="Calibri"/>
              <a:sym typeface="Calibri"/>
            </a:endParaRPr>
          </a:p>
        </p:txBody>
      </p:sp>
      <p:sp>
        <p:nvSpPr>
          <p:cNvPr id="938" name="Google Shape;938;p31"/>
          <p:cNvSpPr txBox="1"/>
          <p:nvPr/>
        </p:nvSpPr>
        <p:spPr>
          <a:xfrm>
            <a:off x="1559226" y="1437533"/>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pic>
        <p:nvPicPr>
          <p:cNvPr id="939" name="Google Shape;939;p31" descr="https://pixabay.com/static/uploads/photo/2012/04/24/11/54/car-39596_640.png"/>
          <p:cNvPicPr preferRelativeResize="0"/>
          <p:nvPr/>
        </p:nvPicPr>
        <p:blipFill rotWithShape="1">
          <a:blip r:embed="rId5">
            <a:alphaModFix/>
          </a:blip>
          <a:srcRect/>
          <a:stretch/>
        </p:blipFill>
        <p:spPr>
          <a:xfrm flipH="1">
            <a:off x="556230" y="3450707"/>
            <a:ext cx="821308" cy="410654"/>
          </a:xfrm>
          <a:prstGeom prst="rect">
            <a:avLst/>
          </a:prstGeom>
          <a:noFill/>
          <a:ln>
            <a:noFill/>
          </a:ln>
        </p:spPr>
      </p:pic>
      <p:pic>
        <p:nvPicPr>
          <p:cNvPr id="940" name="Google Shape;940;p31" descr="https://pixabay.com/static/uploads/photo/2012/04/24/11/54/car-39596_640.png"/>
          <p:cNvPicPr preferRelativeResize="0"/>
          <p:nvPr/>
        </p:nvPicPr>
        <p:blipFill rotWithShape="1">
          <a:blip r:embed="rId5">
            <a:alphaModFix/>
          </a:blip>
          <a:srcRect/>
          <a:stretch/>
        </p:blipFill>
        <p:spPr>
          <a:xfrm flipH="1">
            <a:off x="708630" y="3603107"/>
            <a:ext cx="821308" cy="410654"/>
          </a:xfrm>
          <a:prstGeom prst="rect">
            <a:avLst/>
          </a:prstGeom>
          <a:noFill/>
          <a:ln>
            <a:noFill/>
          </a:ln>
        </p:spPr>
      </p:pic>
      <p:sp>
        <p:nvSpPr>
          <p:cNvPr id="941" name="Google Shape;941;p31"/>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llegan y esperan </a:t>
            </a:r>
            <a:endParaRPr sz="1800" b="0" i="0" u="none" strike="noStrike" cap="small">
              <a:solidFill>
                <a:schemeClr val="dk1"/>
              </a:solidFill>
              <a:latin typeface="Calibri"/>
              <a:ea typeface="Calibri"/>
              <a:cs typeface="Calibri"/>
              <a:sym typeface="Calibri"/>
            </a:endParaRPr>
          </a:p>
        </p:txBody>
      </p:sp>
      <p:pic>
        <p:nvPicPr>
          <p:cNvPr id="942" name="Google Shape;942;p31" descr="http://image.shutterstock.com/display_pic_with_logo/169/169,1184230450,18/stock-vector-cash-register-machine-symbol-3815086.jpg"/>
          <p:cNvPicPr preferRelativeResize="0"/>
          <p:nvPr/>
        </p:nvPicPr>
        <p:blipFill rotWithShape="1">
          <a:blip r:embed="rId4">
            <a:alphaModFix/>
          </a:blip>
          <a:srcRect/>
          <a:stretch/>
        </p:blipFill>
        <p:spPr>
          <a:xfrm>
            <a:off x="8983799" y="3266062"/>
            <a:ext cx="896054" cy="935879"/>
          </a:xfrm>
          <a:prstGeom prst="rect">
            <a:avLst/>
          </a:prstGeom>
          <a:noFill/>
          <a:ln>
            <a:noFill/>
          </a:ln>
        </p:spPr>
      </p:pic>
      <p:sp>
        <p:nvSpPr>
          <p:cNvPr id="943" name="Google Shape;943;p31"/>
          <p:cNvSpPr txBox="1"/>
          <p:nvPr/>
        </p:nvSpPr>
        <p:spPr>
          <a:xfrm>
            <a:off x="9117853" y="472228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2 cajas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Pasan uno por vez </a:t>
            </a:r>
            <a:endParaRPr sz="1800" b="0" i="0" u="none" strike="noStrike" cap="small">
              <a:solidFill>
                <a:schemeClr val="dk1"/>
              </a:solidFill>
              <a:latin typeface="Calibri"/>
              <a:ea typeface="Calibri"/>
              <a:cs typeface="Calibri"/>
              <a:sym typeface="Calibri"/>
            </a:endParaRPr>
          </a:p>
        </p:txBody>
      </p:sp>
      <p:sp>
        <p:nvSpPr>
          <p:cNvPr id="944" name="Google Shape;944;p31"/>
          <p:cNvSpPr/>
          <p:nvPr/>
        </p:nvSpPr>
        <p:spPr>
          <a:xfrm>
            <a:off x="522778" y="4634470"/>
            <a:ext cx="3468269"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dirty="0">
                <a:solidFill>
                  <a:schemeClr val="dk1"/>
                </a:solidFill>
                <a:latin typeface="Calibri"/>
                <a:ea typeface="Calibri"/>
                <a:cs typeface="Calibri"/>
                <a:sym typeface="Calibri"/>
              </a:rPr>
              <a:t>Los autos llegan a una estación de servicios para cargar combustible. La estación sólo posee lugar de espera para cinco autos. De no haber lugar, quedará esperando fuera de la estación.</a:t>
            </a:r>
            <a:endParaRPr sz="1800"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32"/>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950" name="Google Shape;950;p32"/>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30</a:t>
            </a:fld>
            <a:endParaRPr/>
          </a:p>
        </p:txBody>
      </p:sp>
      <p:pic>
        <p:nvPicPr>
          <p:cNvPr id="951" name="Google Shape;951;p32" descr="https://pixabay.com/static/uploads/photo/2012/04/28/18/23/gas-43874_960_720.png"/>
          <p:cNvPicPr preferRelativeResize="0"/>
          <p:nvPr/>
        </p:nvPicPr>
        <p:blipFill rotWithShape="1">
          <a:blip r:embed="rId3">
            <a:alphaModFix/>
          </a:blip>
          <a:srcRect/>
          <a:stretch/>
        </p:blipFill>
        <p:spPr>
          <a:xfrm>
            <a:off x="4805588" y="1556792"/>
            <a:ext cx="792088" cy="792088"/>
          </a:xfrm>
          <a:prstGeom prst="rect">
            <a:avLst/>
          </a:prstGeom>
          <a:noFill/>
          <a:ln>
            <a:noFill/>
          </a:ln>
        </p:spPr>
      </p:pic>
      <p:pic>
        <p:nvPicPr>
          <p:cNvPr id="952" name="Google Shape;952;p32" descr="https://pixabay.com/static/uploads/photo/2012/04/28/18/23/gas-43874_960_720.png"/>
          <p:cNvPicPr preferRelativeResize="0"/>
          <p:nvPr/>
        </p:nvPicPr>
        <p:blipFill rotWithShape="1">
          <a:blip r:embed="rId3">
            <a:alphaModFix/>
          </a:blip>
          <a:srcRect/>
          <a:stretch/>
        </p:blipFill>
        <p:spPr>
          <a:xfrm>
            <a:off x="4805588" y="3029904"/>
            <a:ext cx="792088" cy="792088"/>
          </a:xfrm>
          <a:prstGeom prst="rect">
            <a:avLst/>
          </a:prstGeom>
          <a:noFill/>
          <a:ln>
            <a:noFill/>
          </a:ln>
        </p:spPr>
      </p:pic>
      <p:pic>
        <p:nvPicPr>
          <p:cNvPr id="953" name="Google Shape;953;p32" descr="https://pixabay.com/static/uploads/photo/2012/04/28/18/23/gas-43874_960_720.png"/>
          <p:cNvPicPr preferRelativeResize="0"/>
          <p:nvPr/>
        </p:nvPicPr>
        <p:blipFill rotWithShape="1">
          <a:blip r:embed="rId3">
            <a:alphaModFix/>
          </a:blip>
          <a:srcRect/>
          <a:stretch/>
        </p:blipFill>
        <p:spPr>
          <a:xfrm>
            <a:off x="4805588" y="4558637"/>
            <a:ext cx="792088" cy="792088"/>
          </a:xfrm>
          <a:prstGeom prst="rect">
            <a:avLst/>
          </a:prstGeom>
          <a:noFill/>
          <a:ln>
            <a:noFill/>
          </a:ln>
        </p:spPr>
      </p:pic>
      <p:sp>
        <p:nvSpPr>
          <p:cNvPr id="954" name="Google Shape;954;p32" descr="Resultado de imagen para simbolo de caja"/>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55" name="Google Shape;955;p32" descr="http://image.shutterstock.com/display_pic_with_logo/169/169,1184230450,18/stock-vector-cash-register-machine-symbol-3815086.jpg"/>
          <p:cNvPicPr preferRelativeResize="0"/>
          <p:nvPr/>
        </p:nvPicPr>
        <p:blipFill rotWithShape="1">
          <a:blip r:embed="rId4">
            <a:alphaModFix/>
          </a:blip>
          <a:srcRect/>
          <a:stretch/>
        </p:blipFill>
        <p:spPr>
          <a:xfrm>
            <a:off x="8967876" y="1591523"/>
            <a:ext cx="896054" cy="935879"/>
          </a:xfrm>
          <a:prstGeom prst="rect">
            <a:avLst/>
          </a:prstGeom>
          <a:noFill/>
          <a:ln>
            <a:noFill/>
          </a:ln>
        </p:spPr>
      </p:pic>
      <p:pic>
        <p:nvPicPr>
          <p:cNvPr id="956" name="Google Shape;956;p32" descr="https://pixabay.com/static/uploads/photo/2012/04/24/11/54/car-39596_640.png"/>
          <p:cNvPicPr preferRelativeResize="0"/>
          <p:nvPr/>
        </p:nvPicPr>
        <p:blipFill rotWithShape="1">
          <a:blip r:embed="rId5">
            <a:alphaModFix/>
          </a:blip>
          <a:srcRect/>
          <a:stretch/>
        </p:blipFill>
        <p:spPr>
          <a:xfrm flipH="1">
            <a:off x="4899039" y="2453551"/>
            <a:ext cx="821308" cy="410654"/>
          </a:xfrm>
          <a:prstGeom prst="rect">
            <a:avLst/>
          </a:prstGeom>
          <a:noFill/>
          <a:ln>
            <a:noFill/>
          </a:ln>
        </p:spPr>
      </p:pic>
      <p:pic>
        <p:nvPicPr>
          <p:cNvPr id="957" name="Google Shape;957;p32" descr="https://pixabay.com/static/uploads/photo/2012/04/24/11/54/car-39596_640.png"/>
          <p:cNvPicPr preferRelativeResize="0"/>
          <p:nvPr/>
        </p:nvPicPr>
        <p:blipFill rotWithShape="1">
          <a:blip r:embed="rId5">
            <a:alphaModFix/>
          </a:blip>
          <a:srcRect/>
          <a:stretch/>
        </p:blipFill>
        <p:spPr>
          <a:xfrm flipH="1">
            <a:off x="4776368" y="5472031"/>
            <a:ext cx="821308" cy="410654"/>
          </a:xfrm>
          <a:prstGeom prst="rect">
            <a:avLst/>
          </a:prstGeom>
          <a:noFill/>
          <a:ln>
            <a:noFill/>
          </a:ln>
        </p:spPr>
      </p:pic>
      <p:pic>
        <p:nvPicPr>
          <p:cNvPr id="958" name="Google Shape;958;p32" descr="https://pixabay.com/static/uploads/photo/2012/04/24/11/54/car-39596_640.png"/>
          <p:cNvPicPr preferRelativeResize="0"/>
          <p:nvPr/>
        </p:nvPicPr>
        <p:blipFill rotWithShape="1">
          <a:blip r:embed="rId5">
            <a:alphaModFix/>
          </a:blip>
          <a:srcRect/>
          <a:stretch/>
        </p:blipFill>
        <p:spPr>
          <a:xfrm flipH="1">
            <a:off x="2146214" y="3450657"/>
            <a:ext cx="821308" cy="410654"/>
          </a:xfrm>
          <a:prstGeom prst="rect">
            <a:avLst/>
          </a:prstGeom>
          <a:noFill/>
          <a:ln>
            <a:noFill/>
          </a:ln>
        </p:spPr>
      </p:pic>
      <p:pic>
        <p:nvPicPr>
          <p:cNvPr id="959" name="Google Shape;959;p32" descr="https://pixabay.com/static/uploads/photo/2012/04/24/11/54/car-39596_640.png"/>
          <p:cNvPicPr preferRelativeResize="0"/>
          <p:nvPr/>
        </p:nvPicPr>
        <p:blipFill rotWithShape="1">
          <a:blip r:embed="rId5">
            <a:alphaModFix/>
          </a:blip>
          <a:srcRect/>
          <a:stretch/>
        </p:blipFill>
        <p:spPr>
          <a:xfrm flipH="1">
            <a:off x="2107023" y="4511430"/>
            <a:ext cx="821308" cy="410654"/>
          </a:xfrm>
          <a:prstGeom prst="rect">
            <a:avLst/>
          </a:prstGeom>
          <a:noFill/>
          <a:ln>
            <a:noFill/>
          </a:ln>
        </p:spPr>
      </p:pic>
      <p:pic>
        <p:nvPicPr>
          <p:cNvPr id="960" name="Google Shape;960;p32" descr="https://pixabay.com/static/uploads/photo/2012/04/24/11/54/car-39596_640.png"/>
          <p:cNvPicPr preferRelativeResize="0"/>
          <p:nvPr/>
        </p:nvPicPr>
        <p:blipFill rotWithShape="1">
          <a:blip r:embed="rId5">
            <a:alphaModFix/>
          </a:blip>
          <a:srcRect/>
          <a:stretch/>
        </p:blipFill>
        <p:spPr>
          <a:xfrm flipH="1">
            <a:off x="2137708" y="2849286"/>
            <a:ext cx="821308" cy="410654"/>
          </a:xfrm>
          <a:prstGeom prst="rect">
            <a:avLst/>
          </a:prstGeom>
          <a:noFill/>
          <a:ln>
            <a:noFill/>
          </a:ln>
        </p:spPr>
      </p:pic>
      <p:pic>
        <p:nvPicPr>
          <p:cNvPr id="961" name="Google Shape;961;p32" descr="https://pixabay.com/static/uploads/photo/2012/04/24/11/54/car-39596_640.png"/>
          <p:cNvPicPr preferRelativeResize="0"/>
          <p:nvPr/>
        </p:nvPicPr>
        <p:blipFill rotWithShape="1">
          <a:blip r:embed="rId5">
            <a:alphaModFix/>
          </a:blip>
          <a:srcRect/>
          <a:stretch/>
        </p:blipFill>
        <p:spPr>
          <a:xfrm flipH="1">
            <a:off x="2107023" y="4009684"/>
            <a:ext cx="821308" cy="410654"/>
          </a:xfrm>
          <a:prstGeom prst="rect">
            <a:avLst/>
          </a:prstGeom>
          <a:noFill/>
          <a:ln>
            <a:noFill/>
          </a:ln>
        </p:spPr>
      </p:pic>
      <p:pic>
        <p:nvPicPr>
          <p:cNvPr id="962" name="Google Shape;962;p32" descr="https://pixabay.com/static/uploads/photo/2012/04/24/11/54/car-39596_640.png"/>
          <p:cNvPicPr preferRelativeResize="0"/>
          <p:nvPr/>
        </p:nvPicPr>
        <p:blipFill rotWithShape="1">
          <a:blip r:embed="rId5">
            <a:alphaModFix/>
          </a:blip>
          <a:srcRect/>
          <a:stretch/>
        </p:blipFill>
        <p:spPr>
          <a:xfrm flipH="1">
            <a:off x="2107023" y="2361395"/>
            <a:ext cx="821308" cy="410654"/>
          </a:xfrm>
          <a:prstGeom prst="rect">
            <a:avLst/>
          </a:prstGeom>
          <a:noFill/>
          <a:ln>
            <a:noFill/>
          </a:ln>
        </p:spPr>
      </p:pic>
      <p:sp>
        <p:nvSpPr>
          <p:cNvPr id="963" name="Google Shape;963;p32"/>
          <p:cNvSpPr/>
          <p:nvPr/>
        </p:nvSpPr>
        <p:spPr>
          <a:xfrm>
            <a:off x="3116996" y="2254767"/>
            <a:ext cx="242700" cy="2758409"/>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964" name="Google Shape;964;p32"/>
          <p:cNvCxnSpPr/>
          <p:nvPr/>
        </p:nvCxnSpPr>
        <p:spPr>
          <a:xfrm rot="10800000" flipH="1">
            <a:off x="3440271" y="2772049"/>
            <a:ext cx="1336016" cy="816377"/>
          </a:xfrm>
          <a:prstGeom prst="straightConnector1">
            <a:avLst/>
          </a:prstGeom>
          <a:noFill/>
          <a:ln w="9525" cap="flat" cmpd="sng">
            <a:solidFill>
              <a:schemeClr val="accent1"/>
            </a:solidFill>
            <a:prstDash val="solid"/>
            <a:round/>
            <a:headEnd type="none" w="sm" len="sm"/>
            <a:tailEnd type="triangle" w="med" len="med"/>
          </a:ln>
        </p:spPr>
      </p:cxnSp>
      <p:cxnSp>
        <p:nvCxnSpPr>
          <p:cNvPr id="965" name="Google Shape;965;p32"/>
          <p:cNvCxnSpPr/>
          <p:nvPr/>
        </p:nvCxnSpPr>
        <p:spPr>
          <a:xfrm>
            <a:off x="3406446" y="3668607"/>
            <a:ext cx="1256912" cy="2004338"/>
          </a:xfrm>
          <a:prstGeom prst="straightConnector1">
            <a:avLst/>
          </a:prstGeom>
          <a:noFill/>
          <a:ln w="9525" cap="flat" cmpd="sng">
            <a:solidFill>
              <a:schemeClr val="accent1"/>
            </a:solidFill>
            <a:prstDash val="solid"/>
            <a:round/>
            <a:headEnd type="none" w="sm" len="sm"/>
            <a:tailEnd type="triangle" w="med" len="med"/>
          </a:ln>
        </p:spPr>
      </p:cxnSp>
      <p:sp>
        <p:nvSpPr>
          <p:cNvPr id="966" name="Google Shape;966;p32"/>
          <p:cNvSpPr/>
          <p:nvPr/>
        </p:nvSpPr>
        <p:spPr>
          <a:xfrm>
            <a:off x="7148094" y="2527402"/>
            <a:ext cx="219369" cy="2125733"/>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67" name="Google Shape;967;p32"/>
          <p:cNvSpPr/>
          <p:nvPr/>
        </p:nvSpPr>
        <p:spPr>
          <a:xfrm>
            <a:off x="8226008" y="2473772"/>
            <a:ext cx="137588" cy="2179364"/>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68" name="Google Shape;968;p32"/>
          <p:cNvSpPr/>
          <p:nvPr/>
        </p:nvSpPr>
        <p:spPr>
          <a:xfrm>
            <a:off x="1847528" y="2254767"/>
            <a:ext cx="144016" cy="2667317"/>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969" name="Google Shape;969;p32" descr="https://pixabay.com/static/uploads/photo/2012/04/24/11/54/car-39596_640.png"/>
          <p:cNvPicPr preferRelativeResize="0"/>
          <p:nvPr/>
        </p:nvPicPr>
        <p:blipFill rotWithShape="1">
          <a:blip r:embed="rId5">
            <a:alphaModFix/>
          </a:blip>
          <a:srcRect/>
          <a:stretch/>
        </p:blipFill>
        <p:spPr>
          <a:xfrm flipH="1">
            <a:off x="403830" y="3298307"/>
            <a:ext cx="821308" cy="410654"/>
          </a:xfrm>
          <a:prstGeom prst="rect">
            <a:avLst/>
          </a:prstGeom>
          <a:noFill/>
          <a:ln>
            <a:noFill/>
          </a:ln>
        </p:spPr>
      </p:pic>
      <p:sp>
        <p:nvSpPr>
          <p:cNvPr id="970" name="Google Shape;970;p32"/>
          <p:cNvSpPr txBox="1"/>
          <p:nvPr/>
        </p:nvSpPr>
        <p:spPr>
          <a:xfrm>
            <a:off x="3991047" y="43477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3 Surtidores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1 auto por surtidor </a:t>
            </a:r>
            <a:endParaRPr sz="1800" b="0" i="0" u="none" strike="noStrike" cap="small">
              <a:solidFill>
                <a:schemeClr val="dk1"/>
              </a:solidFill>
              <a:latin typeface="Calibri"/>
              <a:ea typeface="Calibri"/>
              <a:cs typeface="Calibri"/>
              <a:sym typeface="Calibri"/>
            </a:endParaRPr>
          </a:p>
        </p:txBody>
      </p:sp>
      <p:sp>
        <p:nvSpPr>
          <p:cNvPr id="971" name="Google Shape;971;p32"/>
          <p:cNvSpPr txBox="1"/>
          <p:nvPr/>
        </p:nvSpPr>
        <p:spPr>
          <a:xfrm>
            <a:off x="6810297" y="126592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Cola de espera </a:t>
            </a:r>
            <a:endParaRPr/>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para pagar (sin limite) </a:t>
            </a:r>
            <a:endParaRPr sz="1800" b="0" i="0" u="none" strike="noStrike" cap="small">
              <a:solidFill>
                <a:schemeClr val="dk1"/>
              </a:solidFill>
              <a:latin typeface="Calibri"/>
              <a:ea typeface="Calibri"/>
              <a:cs typeface="Calibri"/>
              <a:sym typeface="Calibri"/>
            </a:endParaRPr>
          </a:p>
        </p:txBody>
      </p:sp>
      <p:sp>
        <p:nvSpPr>
          <p:cNvPr id="972" name="Google Shape;972;p32"/>
          <p:cNvSpPr txBox="1"/>
          <p:nvPr/>
        </p:nvSpPr>
        <p:spPr>
          <a:xfrm>
            <a:off x="1559226" y="1437533"/>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pic>
        <p:nvPicPr>
          <p:cNvPr id="973" name="Google Shape;973;p32" descr="https://pixabay.com/static/uploads/photo/2012/04/24/11/54/car-39596_640.png"/>
          <p:cNvPicPr preferRelativeResize="0"/>
          <p:nvPr/>
        </p:nvPicPr>
        <p:blipFill rotWithShape="1">
          <a:blip r:embed="rId5">
            <a:alphaModFix/>
          </a:blip>
          <a:srcRect/>
          <a:stretch/>
        </p:blipFill>
        <p:spPr>
          <a:xfrm flipH="1">
            <a:off x="556230" y="3450707"/>
            <a:ext cx="821308" cy="410654"/>
          </a:xfrm>
          <a:prstGeom prst="rect">
            <a:avLst/>
          </a:prstGeom>
          <a:noFill/>
          <a:ln>
            <a:noFill/>
          </a:ln>
        </p:spPr>
      </p:pic>
      <p:pic>
        <p:nvPicPr>
          <p:cNvPr id="974" name="Google Shape;974;p32" descr="https://pixabay.com/static/uploads/photo/2012/04/24/11/54/car-39596_640.png"/>
          <p:cNvPicPr preferRelativeResize="0"/>
          <p:nvPr/>
        </p:nvPicPr>
        <p:blipFill rotWithShape="1">
          <a:blip r:embed="rId5">
            <a:alphaModFix/>
          </a:blip>
          <a:srcRect/>
          <a:stretch/>
        </p:blipFill>
        <p:spPr>
          <a:xfrm flipH="1">
            <a:off x="708630" y="3603107"/>
            <a:ext cx="821308" cy="410654"/>
          </a:xfrm>
          <a:prstGeom prst="rect">
            <a:avLst/>
          </a:prstGeom>
          <a:noFill/>
          <a:ln>
            <a:noFill/>
          </a:ln>
        </p:spPr>
      </p:pic>
      <p:sp>
        <p:nvSpPr>
          <p:cNvPr id="975" name="Google Shape;975;p32"/>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llegan y esperan </a:t>
            </a:r>
            <a:endParaRPr sz="1800" b="0" i="0" u="none" strike="noStrike" cap="small">
              <a:solidFill>
                <a:schemeClr val="dk1"/>
              </a:solidFill>
              <a:latin typeface="Calibri"/>
              <a:ea typeface="Calibri"/>
              <a:cs typeface="Calibri"/>
              <a:sym typeface="Calibri"/>
            </a:endParaRPr>
          </a:p>
        </p:txBody>
      </p:sp>
      <p:pic>
        <p:nvPicPr>
          <p:cNvPr id="976" name="Google Shape;976;p32" descr="http://image.shutterstock.com/display_pic_with_logo/169/169,1184230450,18/stock-vector-cash-register-machine-symbol-3815086.jpg"/>
          <p:cNvPicPr preferRelativeResize="0"/>
          <p:nvPr/>
        </p:nvPicPr>
        <p:blipFill rotWithShape="1">
          <a:blip r:embed="rId4">
            <a:alphaModFix/>
          </a:blip>
          <a:srcRect/>
          <a:stretch/>
        </p:blipFill>
        <p:spPr>
          <a:xfrm>
            <a:off x="8983799" y="3266062"/>
            <a:ext cx="896054" cy="935879"/>
          </a:xfrm>
          <a:prstGeom prst="rect">
            <a:avLst/>
          </a:prstGeom>
          <a:noFill/>
          <a:ln>
            <a:noFill/>
          </a:ln>
        </p:spPr>
      </p:pic>
      <p:sp>
        <p:nvSpPr>
          <p:cNvPr id="977" name="Google Shape;977;p32"/>
          <p:cNvSpPr txBox="1"/>
          <p:nvPr/>
        </p:nvSpPr>
        <p:spPr>
          <a:xfrm>
            <a:off x="9154211" y="440299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2 cajas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Pasan uno por vez </a:t>
            </a:r>
            <a:endParaRPr sz="1800" b="0" i="0" u="none" strike="noStrike" cap="small">
              <a:solidFill>
                <a:schemeClr val="dk1"/>
              </a:solidFill>
              <a:latin typeface="Calibri"/>
              <a:ea typeface="Calibri"/>
              <a:cs typeface="Calibri"/>
              <a:sym typeface="Calibri"/>
            </a:endParaRPr>
          </a:p>
        </p:txBody>
      </p:sp>
      <p:sp>
        <p:nvSpPr>
          <p:cNvPr id="978" name="Google Shape;978;p32"/>
          <p:cNvSpPr/>
          <p:nvPr/>
        </p:nvSpPr>
        <p:spPr>
          <a:xfrm>
            <a:off x="5919876" y="5502000"/>
            <a:ext cx="60960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dirty="0">
                <a:solidFill>
                  <a:schemeClr val="dk1"/>
                </a:solidFill>
                <a:latin typeface="Calibri"/>
                <a:ea typeface="Calibri"/>
                <a:cs typeface="Calibri"/>
                <a:sym typeface="Calibri"/>
              </a:rPr>
              <a:t>La estación tiene tres surtidores. Cada surtidor atiende de a un auto a la vez. </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33"/>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984" name="Google Shape;984;p33"/>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31</a:t>
            </a:fld>
            <a:endParaRPr/>
          </a:p>
        </p:txBody>
      </p:sp>
      <p:pic>
        <p:nvPicPr>
          <p:cNvPr id="985" name="Google Shape;985;p33" descr="https://pixabay.com/static/uploads/photo/2012/04/28/18/23/gas-43874_960_720.png"/>
          <p:cNvPicPr preferRelativeResize="0"/>
          <p:nvPr/>
        </p:nvPicPr>
        <p:blipFill rotWithShape="1">
          <a:blip r:embed="rId3">
            <a:alphaModFix/>
          </a:blip>
          <a:srcRect/>
          <a:stretch/>
        </p:blipFill>
        <p:spPr>
          <a:xfrm>
            <a:off x="4805588" y="1556792"/>
            <a:ext cx="792088" cy="792088"/>
          </a:xfrm>
          <a:prstGeom prst="rect">
            <a:avLst/>
          </a:prstGeom>
          <a:noFill/>
          <a:ln>
            <a:noFill/>
          </a:ln>
        </p:spPr>
      </p:pic>
      <p:pic>
        <p:nvPicPr>
          <p:cNvPr id="986" name="Google Shape;986;p33" descr="https://pixabay.com/static/uploads/photo/2012/04/28/18/23/gas-43874_960_720.png"/>
          <p:cNvPicPr preferRelativeResize="0"/>
          <p:nvPr/>
        </p:nvPicPr>
        <p:blipFill rotWithShape="1">
          <a:blip r:embed="rId3">
            <a:alphaModFix/>
          </a:blip>
          <a:srcRect/>
          <a:stretch/>
        </p:blipFill>
        <p:spPr>
          <a:xfrm>
            <a:off x="4805588" y="3029904"/>
            <a:ext cx="792088" cy="792088"/>
          </a:xfrm>
          <a:prstGeom prst="rect">
            <a:avLst/>
          </a:prstGeom>
          <a:noFill/>
          <a:ln>
            <a:noFill/>
          </a:ln>
        </p:spPr>
      </p:pic>
      <p:pic>
        <p:nvPicPr>
          <p:cNvPr id="987" name="Google Shape;987;p33" descr="https://pixabay.com/static/uploads/photo/2012/04/28/18/23/gas-43874_960_720.png"/>
          <p:cNvPicPr preferRelativeResize="0"/>
          <p:nvPr/>
        </p:nvPicPr>
        <p:blipFill rotWithShape="1">
          <a:blip r:embed="rId3">
            <a:alphaModFix/>
          </a:blip>
          <a:srcRect/>
          <a:stretch/>
        </p:blipFill>
        <p:spPr>
          <a:xfrm>
            <a:off x="4805588" y="4558637"/>
            <a:ext cx="792088" cy="792088"/>
          </a:xfrm>
          <a:prstGeom prst="rect">
            <a:avLst/>
          </a:prstGeom>
          <a:noFill/>
          <a:ln>
            <a:noFill/>
          </a:ln>
        </p:spPr>
      </p:pic>
      <p:sp>
        <p:nvSpPr>
          <p:cNvPr id="988" name="Google Shape;988;p33" descr="Resultado de imagen para simbolo de caja"/>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89" name="Google Shape;989;p33" descr="http://image.shutterstock.com/display_pic_with_logo/169/169,1184230450,18/stock-vector-cash-register-machine-symbol-3815086.jpg"/>
          <p:cNvPicPr preferRelativeResize="0"/>
          <p:nvPr/>
        </p:nvPicPr>
        <p:blipFill rotWithShape="1">
          <a:blip r:embed="rId4">
            <a:alphaModFix/>
          </a:blip>
          <a:srcRect/>
          <a:stretch/>
        </p:blipFill>
        <p:spPr>
          <a:xfrm>
            <a:off x="8967876" y="1591523"/>
            <a:ext cx="896054" cy="935879"/>
          </a:xfrm>
          <a:prstGeom prst="rect">
            <a:avLst/>
          </a:prstGeom>
          <a:noFill/>
          <a:ln>
            <a:noFill/>
          </a:ln>
        </p:spPr>
      </p:pic>
      <p:pic>
        <p:nvPicPr>
          <p:cNvPr id="990" name="Google Shape;990;p33" descr="https://pixabay.com/static/uploads/photo/2012/04/24/11/54/car-39596_640.png"/>
          <p:cNvPicPr preferRelativeResize="0"/>
          <p:nvPr/>
        </p:nvPicPr>
        <p:blipFill rotWithShape="1">
          <a:blip r:embed="rId5">
            <a:alphaModFix/>
          </a:blip>
          <a:srcRect/>
          <a:stretch/>
        </p:blipFill>
        <p:spPr>
          <a:xfrm flipH="1">
            <a:off x="4899039" y="2453551"/>
            <a:ext cx="821308" cy="410654"/>
          </a:xfrm>
          <a:prstGeom prst="rect">
            <a:avLst/>
          </a:prstGeom>
          <a:noFill/>
          <a:ln>
            <a:noFill/>
          </a:ln>
        </p:spPr>
      </p:pic>
      <p:pic>
        <p:nvPicPr>
          <p:cNvPr id="991" name="Google Shape;991;p33" descr="https://pixabay.com/static/uploads/photo/2012/04/24/11/54/car-39596_640.png"/>
          <p:cNvPicPr preferRelativeResize="0"/>
          <p:nvPr/>
        </p:nvPicPr>
        <p:blipFill rotWithShape="1">
          <a:blip r:embed="rId5">
            <a:alphaModFix/>
          </a:blip>
          <a:srcRect/>
          <a:stretch/>
        </p:blipFill>
        <p:spPr>
          <a:xfrm flipH="1">
            <a:off x="4833632" y="3971132"/>
            <a:ext cx="821308" cy="410654"/>
          </a:xfrm>
          <a:prstGeom prst="rect">
            <a:avLst/>
          </a:prstGeom>
          <a:noFill/>
          <a:ln>
            <a:noFill/>
          </a:ln>
        </p:spPr>
      </p:pic>
      <p:pic>
        <p:nvPicPr>
          <p:cNvPr id="992" name="Google Shape;992;p33" descr="https://pixabay.com/static/uploads/photo/2012/04/24/11/54/car-39596_640.png"/>
          <p:cNvPicPr preferRelativeResize="0"/>
          <p:nvPr/>
        </p:nvPicPr>
        <p:blipFill rotWithShape="1">
          <a:blip r:embed="rId5">
            <a:alphaModFix/>
          </a:blip>
          <a:srcRect/>
          <a:stretch/>
        </p:blipFill>
        <p:spPr>
          <a:xfrm flipH="1">
            <a:off x="4776368" y="5472031"/>
            <a:ext cx="821308" cy="410654"/>
          </a:xfrm>
          <a:prstGeom prst="rect">
            <a:avLst/>
          </a:prstGeom>
          <a:noFill/>
          <a:ln>
            <a:noFill/>
          </a:ln>
        </p:spPr>
      </p:pic>
      <p:pic>
        <p:nvPicPr>
          <p:cNvPr id="993" name="Google Shape;993;p33" descr="https://pixabay.com/static/uploads/photo/2012/04/24/11/54/car-39596_640.png"/>
          <p:cNvPicPr preferRelativeResize="0"/>
          <p:nvPr/>
        </p:nvPicPr>
        <p:blipFill rotWithShape="1">
          <a:blip r:embed="rId5">
            <a:alphaModFix/>
          </a:blip>
          <a:srcRect/>
          <a:stretch/>
        </p:blipFill>
        <p:spPr>
          <a:xfrm flipH="1">
            <a:off x="2146214" y="3450657"/>
            <a:ext cx="821308" cy="410654"/>
          </a:xfrm>
          <a:prstGeom prst="rect">
            <a:avLst/>
          </a:prstGeom>
          <a:noFill/>
          <a:ln>
            <a:noFill/>
          </a:ln>
        </p:spPr>
      </p:pic>
      <p:pic>
        <p:nvPicPr>
          <p:cNvPr id="994" name="Google Shape;994;p33" descr="https://pixabay.com/static/uploads/photo/2012/04/24/11/54/car-39596_640.png"/>
          <p:cNvPicPr preferRelativeResize="0"/>
          <p:nvPr/>
        </p:nvPicPr>
        <p:blipFill rotWithShape="1">
          <a:blip r:embed="rId5">
            <a:alphaModFix/>
          </a:blip>
          <a:srcRect/>
          <a:stretch/>
        </p:blipFill>
        <p:spPr>
          <a:xfrm flipH="1">
            <a:off x="2107023" y="4511430"/>
            <a:ext cx="821308" cy="410654"/>
          </a:xfrm>
          <a:prstGeom prst="rect">
            <a:avLst/>
          </a:prstGeom>
          <a:noFill/>
          <a:ln>
            <a:noFill/>
          </a:ln>
        </p:spPr>
      </p:pic>
      <p:pic>
        <p:nvPicPr>
          <p:cNvPr id="995" name="Google Shape;995;p33" descr="https://pixabay.com/static/uploads/photo/2012/04/24/11/54/car-39596_640.png"/>
          <p:cNvPicPr preferRelativeResize="0"/>
          <p:nvPr/>
        </p:nvPicPr>
        <p:blipFill rotWithShape="1">
          <a:blip r:embed="rId5">
            <a:alphaModFix/>
          </a:blip>
          <a:srcRect/>
          <a:stretch/>
        </p:blipFill>
        <p:spPr>
          <a:xfrm flipH="1">
            <a:off x="9108993" y="2631087"/>
            <a:ext cx="821308" cy="410654"/>
          </a:xfrm>
          <a:prstGeom prst="rect">
            <a:avLst/>
          </a:prstGeom>
          <a:noFill/>
          <a:ln>
            <a:noFill/>
          </a:ln>
        </p:spPr>
      </p:pic>
      <p:pic>
        <p:nvPicPr>
          <p:cNvPr id="996" name="Google Shape;996;p33" descr="https://pixabay.com/static/uploads/photo/2012/04/24/11/54/car-39596_640.png"/>
          <p:cNvPicPr preferRelativeResize="0"/>
          <p:nvPr/>
        </p:nvPicPr>
        <p:blipFill rotWithShape="1">
          <a:blip r:embed="rId5">
            <a:alphaModFix/>
          </a:blip>
          <a:srcRect/>
          <a:stretch/>
        </p:blipFill>
        <p:spPr>
          <a:xfrm flipH="1">
            <a:off x="7378025" y="2473772"/>
            <a:ext cx="821308" cy="410654"/>
          </a:xfrm>
          <a:prstGeom prst="rect">
            <a:avLst/>
          </a:prstGeom>
          <a:noFill/>
          <a:ln>
            <a:noFill/>
          </a:ln>
        </p:spPr>
      </p:pic>
      <p:pic>
        <p:nvPicPr>
          <p:cNvPr id="997" name="Google Shape;997;p33" descr="https://pixabay.com/static/uploads/photo/2012/04/24/11/54/car-39596_640.png"/>
          <p:cNvPicPr preferRelativeResize="0"/>
          <p:nvPr/>
        </p:nvPicPr>
        <p:blipFill rotWithShape="1">
          <a:blip r:embed="rId5">
            <a:alphaModFix/>
          </a:blip>
          <a:srcRect/>
          <a:stretch/>
        </p:blipFill>
        <p:spPr>
          <a:xfrm flipH="1">
            <a:off x="2137708" y="2849286"/>
            <a:ext cx="821308" cy="410654"/>
          </a:xfrm>
          <a:prstGeom prst="rect">
            <a:avLst/>
          </a:prstGeom>
          <a:noFill/>
          <a:ln>
            <a:noFill/>
          </a:ln>
        </p:spPr>
      </p:pic>
      <p:pic>
        <p:nvPicPr>
          <p:cNvPr id="998" name="Google Shape;998;p33" descr="https://pixabay.com/static/uploads/photo/2012/04/24/11/54/car-39596_640.png"/>
          <p:cNvPicPr preferRelativeResize="0"/>
          <p:nvPr/>
        </p:nvPicPr>
        <p:blipFill rotWithShape="1">
          <a:blip r:embed="rId5">
            <a:alphaModFix/>
          </a:blip>
          <a:srcRect/>
          <a:stretch/>
        </p:blipFill>
        <p:spPr>
          <a:xfrm flipH="1">
            <a:off x="2107023" y="4009684"/>
            <a:ext cx="821308" cy="410654"/>
          </a:xfrm>
          <a:prstGeom prst="rect">
            <a:avLst/>
          </a:prstGeom>
          <a:noFill/>
          <a:ln>
            <a:noFill/>
          </a:ln>
        </p:spPr>
      </p:pic>
      <p:pic>
        <p:nvPicPr>
          <p:cNvPr id="999" name="Google Shape;999;p33" descr="https://pixabay.com/static/uploads/photo/2012/04/24/11/54/car-39596_640.png"/>
          <p:cNvPicPr preferRelativeResize="0"/>
          <p:nvPr/>
        </p:nvPicPr>
        <p:blipFill rotWithShape="1">
          <a:blip r:embed="rId5">
            <a:alphaModFix/>
          </a:blip>
          <a:srcRect/>
          <a:stretch/>
        </p:blipFill>
        <p:spPr>
          <a:xfrm flipH="1">
            <a:off x="2107023" y="2361395"/>
            <a:ext cx="821308" cy="410654"/>
          </a:xfrm>
          <a:prstGeom prst="rect">
            <a:avLst/>
          </a:prstGeom>
          <a:noFill/>
          <a:ln>
            <a:noFill/>
          </a:ln>
        </p:spPr>
      </p:pic>
      <p:sp>
        <p:nvSpPr>
          <p:cNvPr id="1000" name="Google Shape;1000;p33"/>
          <p:cNvSpPr/>
          <p:nvPr/>
        </p:nvSpPr>
        <p:spPr>
          <a:xfrm>
            <a:off x="3116996" y="2254767"/>
            <a:ext cx="242700" cy="2758409"/>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1001" name="Google Shape;1001;p33"/>
          <p:cNvCxnSpPr/>
          <p:nvPr/>
        </p:nvCxnSpPr>
        <p:spPr>
          <a:xfrm rot="10800000" flipH="1">
            <a:off x="3440271" y="2772049"/>
            <a:ext cx="1336016" cy="816377"/>
          </a:xfrm>
          <a:prstGeom prst="straightConnector1">
            <a:avLst/>
          </a:prstGeom>
          <a:noFill/>
          <a:ln w="9525" cap="flat" cmpd="sng">
            <a:solidFill>
              <a:schemeClr val="accent1"/>
            </a:solidFill>
            <a:prstDash val="solid"/>
            <a:round/>
            <a:headEnd type="none" w="sm" len="sm"/>
            <a:tailEnd type="triangle" w="med" len="med"/>
          </a:ln>
        </p:spPr>
      </p:cxnSp>
      <p:pic>
        <p:nvPicPr>
          <p:cNvPr id="1002" name="Google Shape;1002;p33" descr="https://pixabay.com/static/uploads/photo/2012/04/24/11/54/car-39596_640.png"/>
          <p:cNvPicPr preferRelativeResize="0"/>
          <p:nvPr/>
        </p:nvPicPr>
        <p:blipFill rotWithShape="1">
          <a:blip r:embed="rId5">
            <a:alphaModFix/>
          </a:blip>
          <a:srcRect/>
          <a:stretch/>
        </p:blipFill>
        <p:spPr>
          <a:xfrm flipH="1">
            <a:off x="10472583" y="2566722"/>
            <a:ext cx="821308" cy="410654"/>
          </a:xfrm>
          <a:prstGeom prst="rect">
            <a:avLst/>
          </a:prstGeom>
          <a:noFill/>
          <a:ln>
            <a:noFill/>
          </a:ln>
        </p:spPr>
      </p:pic>
      <p:cxnSp>
        <p:nvCxnSpPr>
          <p:cNvPr id="1003" name="Google Shape;1003;p33"/>
          <p:cNvCxnSpPr/>
          <p:nvPr/>
        </p:nvCxnSpPr>
        <p:spPr>
          <a:xfrm>
            <a:off x="3381733" y="3633971"/>
            <a:ext cx="1328375" cy="581040"/>
          </a:xfrm>
          <a:prstGeom prst="straightConnector1">
            <a:avLst/>
          </a:prstGeom>
          <a:noFill/>
          <a:ln w="9525" cap="flat" cmpd="sng">
            <a:solidFill>
              <a:schemeClr val="accent1"/>
            </a:solidFill>
            <a:prstDash val="solid"/>
            <a:round/>
            <a:headEnd type="none" w="sm" len="sm"/>
            <a:tailEnd type="triangle" w="med" len="med"/>
          </a:ln>
        </p:spPr>
      </p:cxnSp>
      <p:cxnSp>
        <p:nvCxnSpPr>
          <p:cNvPr id="1004" name="Google Shape;1004;p33"/>
          <p:cNvCxnSpPr/>
          <p:nvPr/>
        </p:nvCxnSpPr>
        <p:spPr>
          <a:xfrm>
            <a:off x="3406446" y="3668607"/>
            <a:ext cx="1256912" cy="2004338"/>
          </a:xfrm>
          <a:prstGeom prst="straightConnector1">
            <a:avLst/>
          </a:prstGeom>
          <a:noFill/>
          <a:ln w="9525" cap="flat" cmpd="sng">
            <a:solidFill>
              <a:schemeClr val="accent1"/>
            </a:solidFill>
            <a:prstDash val="solid"/>
            <a:round/>
            <a:headEnd type="none" w="sm" len="sm"/>
            <a:tailEnd type="triangle" w="med" len="med"/>
          </a:ln>
        </p:spPr>
      </p:cxnSp>
      <p:cxnSp>
        <p:nvCxnSpPr>
          <p:cNvPr id="1005" name="Google Shape;1005;p33"/>
          <p:cNvCxnSpPr/>
          <p:nvPr/>
        </p:nvCxnSpPr>
        <p:spPr>
          <a:xfrm>
            <a:off x="5800083" y="2783725"/>
            <a:ext cx="1216262" cy="666932"/>
          </a:xfrm>
          <a:prstGeom prst="straightConnector1">
            <a:avLst/>
          </a:prstGeom>
          <a:noFill/>
          <a:ln w="9525" cap="flat" cmpd="sng">
            <a:solidFill>
              <a:schemeClr val="accent1"/>
            </a:solidFill>
            <a:prstDash val="solid"/>
            <a:round/>
            <a:headEnd type="none" w="sm" len="sm"/>
            <a:tailEnd type="triangle" w="med" len="med"/>
          </a:ln>
        </p:spPr>
      </p:cxnSp>
      <p:cxnSp>
        <p:nvCxnSpPr>
          <p:cNvPr id="1006" name="Google Shape;1006;p33"/>
          <p:cNvCxnSpPr/>
          <p:nvPr/>
        </p:nvCxnSpPr>
        <p:spPr>
          <a:xfrm rot="10800000" flipH="1">
            <a:off x="5767453" y="3668607"/>
            <a:ext cx="1248892" cy="435811"/>
          </a:xfrm>
          <a:prstGeom prst="straightConnector1">
            <a:avLst/>
          </a:prstGeom>
          <a:noFill/>
          <a:ln w="9525" cap="flat" cmpd="sng">
            <a:solidFill>
              <a:schemeClr val="accent1"/>
            </a:solidFill>
            <a:prstDash val="solid"/>
            <a:round/>
            <a:headEnd type="none" w="sm" len="sm"/>
            <a:tailEnd type="triangle" w="med" len="med"/>
          </a:ln>
        </p:spPr>
      </p:cxnSp>
      <p:cxnSp>
        <p:nvCxnSpPr>
          <p:cNvPr id="1007" name="Google Shape;1007;p33"/>
          <p:cNvCxnSpPr/>
          <p:nvPr/>
        </p:nvCxnSpPr>
        <p:spPr>
          <a:xfrm rot="10800000" flipH="1">
            <a:off x="5715190" y="3821992"/>
            <a:ext cx="1432904" cy="1904878"/>
          </a:xfrm>
          <a:prstGeom prst="straightConnector1">
            <a:avLst/>
          </a:prstGeom>
          <a:noFill/>
          <a:ln w="9525" cap="flat" cmpd="sng">
            <a:solidFill>
              <a:schemeClr val="accent1"/>
            </a:solidFill>
            <a:prstDash val="solid"/>
            <a:round/>
            <a:headEnd type="none" w="sm" len="sm"/>
            <a:tailEnd type="triangle" w="med" len="med"/>
          </a:ln>
        </p:spPr>
      </p:cxnSp>
      <p:sp>
        <p:nvSpPr>
          <p:cNvPr id="1008" name="Google Shape;1008;p33"/>
          <p:cNvSpPr/>
          <p:nvPr/>
        </p:nvSpPr>
        <p:spPr>
          <a:xfrm>
            <a:off x="7148094" y="2527402"/>
            <a:ext cx="219369" cy="2125733"/>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09" name="Google Shape;1009;p33"/>
          <p:cNvSpPr/>
          <p:nvPr/>
        </p:nvSpPr>
        <p:spPr>
          <a:xfrm>
            <a:off x="8226008" y="2473772"/>
            <a:ext cx="137588" cy="2179364"/>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10" name="Google Shape;1010;p33"/>
          <p:cNvSpPr/>
          <p:nvPr/>
        </p:nvSpPr>
        <p:spPr>
          <a:xfrm>
            <a:off x="1847528" y="2254767"/>
            <a:ext cx="144016" cy="2667317"/>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011" name="Google Shape;1011;p33" descr="https://pixabay.com/static/uploads/photo/2012/04/24/11/54/car-39596_640.png"/>
          <p:cNvPicPr preferRelativeResize="0"/>
          <p:nvPr/>
        </p:nvPicPr>
        <p:blipFill rotWithShape="1">
          <a:blip r:embed="rId5">
            <a:alphaModFix/>
          </a:blip>
          <a:srcRect/>
          <a:stretch/>
        </p:blipFill>
        <p:spPr>
          <a:xfrm flipH="1">
            <a:off x="403830" y="3298307"/>
            <a:ext cx="821308" cy="410654"/>
          </a:xfrm>
          <a:prstGeom prst="rect">
            <a:avLst/>
          </a:prstGeom>
          <a:noFill/>
          <a:ln>
            <a:noFill/>
          </a:ln>
        </p:spPr>
      </p:pic>
      <p:sp>
        <p:nvSpPr>
          <p:cNvPr id="1012" name="Google Shape;1012;p33"/>
          <p:cNvSpPr txBox="1"/>
          <p:nvPr/>
        </p:nvSpPr>
        <p:spPr>
          <a:xfrm>
            <a:off x="10382166" y="2618426"/>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sp>
        <p:nvSpPr>
          <p:cNvPr id="1013" name="Google Shape;1013;p33"/>
          <p:cNvSpPr txBox="1"/>
          <p:nvPr/>
        </p:nvSpPr>
        <p:spPr>
          <a:xfrm>
            <a:off x="4776287" y="619304"/>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 3 Surtidores </a:t>
            </a:r>
            <a:endParaRPr dirty="0"/>
          </a:p>
          <a:p>
            <a:pPr marL="0" marR="0" lvl="0" indent="0" algn="l" rtl="0">
              <a:lnSpc>
                <a:spcPct val="100000"/>
              </a:lnSpc>
              <a:spcBef>
                <a:spcPts val="0"/>
              </a:spcBef>
              <a:spcAft>
                <a:spcPts val="0"/>
              </a:spcAft>
              <a:buClr>
                <a:schemeClr val="dk1"/>
              </a:buClr>
              <a:buSzPts val="1800"/>
              <a:buFont typeface="Calibri"/>
              <a:buNone/>
            </a:pPr>
            <a:r>
              <a:rPr lang="es-ES" sz="1800" cap="small" dirty="0">
                <a:solidFill>
                  <a:schemeClr val="dk1"/>
                </a:solidFill>
                <a:latin typeface="Calibri"/>
                <a:ea typeface="Calibri"/>
                <a:cs typeface="Calibri"/>
                <a:sym typeface="Calibri"/>
              </a:rPr>
              <a:t>1 auto por surtidor </a:t>
            </a:r>
            <a:endParaRPr sz="1800" b="0" i="0" u="none" strike="noStrike" cap="small" dirty="0">
              <a:solidFill>
                <a:schemeClr val="dk1"/>
              </a:solidFill>
              <a:latin typeface="Calibri"/>
              <a:ea typeface="Calibri"/>
              <a:cs typeface="Calibri"/>
              <a:sym typeface="Calibri"/>
            </a:endParaRPr>
          </a:p>
        </p:txBody>
      </p:sp>
      <p:sp>
        <p:nvSpPr>
          <p:cNvPr id="1014" name="Google Shape;1014;p33"/>
          <p:cNvSpPr txBox="1"/>
          <p:nvPr/>
        </p:nvSpPr>
        <p:spPr>
          <a:xfrm>
            <a:off x="6810297" y="126592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Cola de espera </a:t>
            </a:r>
            <a:endParaRPr/>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para pagar (sin limite) </a:t>
            </a:r>
            <a:endParaRPr sz="1800" b="0" i="0" u="none" strike="noStrike" cap="small">
              <a:solidFill>
                <a:schemeClr val="dk1"/>
              </a:solidFill>
              <a:latin typeface="Calibri"/>
              <a:ea typeface="Calibri"/>
              <a:cs typeface="Calibri"/>
              <a:sym typeface="Calibri"/>
            </a:endParaRPr>
          </a:p>
        </p:txBody>
      </p:sp>
      <p:sp>
        <p:nvSpPr>
          <p:cNvPr id="1015" name="Google Shape;1015;p33"/>
          <p:cNvSpPr txBox="1"/>
          <p:nvPr/>
        </p:nvSpPr>
        <p:spPr>
          <a:xfrm>
            <a:off x="1559226" y="1437533"/>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pic>
        <p:nvPicPr>
          <p:cNvPr id="1016" name="Google Shape;1016;p33" descr="https://pixabay.com/static/uploads/photo/2012/04/24/11/54/car-39596_640.png"/>
          <p:cNvPicPr preferRelativeResize="0"/>
          <p:nvPr/>
        </p:nvPicPr>
        <p:blipFill rotWithShape="1">
          <a:blip r:embed="rId5">
            <a:alphaModFix/>
          </a:blip>
          <a:srcRect/>
          <a:stretch/>
        </p:blipFill>
        <p:spPr>
          <a:xfrm flipH="1">
            <a:off x="556230" y="3450707"/>
            <a:ext cx="821308" cy="410654"/>
          </a:xfrm>
          <a:prstGeom prst="rect">
            <a:avLst/>
          </a:prstGeom>
          <a:noFill/>
          <a:ln>
            <a:noFill/>
          </a:ln>
        </p:spPr>
      </p:pic>
      <p:pic>
        <p:nvPicPr>
          <p:cNvPr id="1017" name="Google Shape;1017;p33" descr="https://pixabay.com/static/uploads/photo/2012/04/24/11/54/car-39596_640.png"/>
          <p:cNvPicPr preferRelativeResize="0"/>
          <p:nvPr/>
        </p:nvPicPr>
        <p:blipFill rotWithShape="1">
          <a:blip r:embed="rId5">
            <a:alphaModFix/>
          </a:blip>
          <a:srcRect/>
          <a:stretch/>
        </p:blipFill>
        <p:spPr>
          <a:xfrm flipH="1">
            <a:off x="708630" y="3603107"/>
            <a:ext cx="821308" cy="410654"/>
          </a:xfrm>
          <a:prstGeom prst="rect">
            <a:avLst/>
          </a:prstGeom>
          <a:noFill/>
          <a:ln>
            <a:noFill/>
          </a:ln>
        </p:spPr>
      </p:pic>
      <p:sp>
        <p:nvSpPr>
          <p:cNvPr id="1018" name="Google Shape;1018;p33"/>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llegan y esperan </a:t>
            </a:r>
            <a:endParaRPr sz="1800" b="0" i="0" u="none" strike="noStrike" cap="small">
              <a:solidFill>
                <a:schemeClr val="dk1"/>
              </a:solidFill>
              <a:latin typeface="Calibri"/>
              <a:ea typeface="Calibri"/>
              <a:cs typeface="Calibri"/>
              <a:sym typeface="Calibri"/>
            </a:endParaRPr>
          </a:p>
        </p:txBody>
      </p:sp>
      <p:pic>
        <p:nvPicPr>
          <p:cNvPr id="1019" name="Google Shape;1019;p33" descr="http://image.shutterstock.com/display_pic_with_logo/169/169,1184230450,18/stock-vector-cash-register-machine-symbol-3815086.jpg"/>
          <p:cNvPicPr preferRelativeResize="0"/>
          <p:nvPr/>
        </p:nvPicPr>
        <p:blipFill rotWithShape="1">
          <a:blip r:embed="rId4">
            <a:alphaModFix/>
          </a:blip>
          <a:srcRect/>
          <a:stretch/>
        </p:blipFill>
        <p:spPr>
          <a:xfrm>
            <a:off x="8983799" y="3266062"/>
            <a:ext cx="896054" cy="935879"/>
          </a:xfrm>
          <a:prstGeom prst="rect">
            <a:avLst/>
          </a:prstGeom>
          <a:noFill/>
          <a:ln>
            <a:noFill/>
          </a:ln>
        </p:spPr>
      </p:pic>
      <p:sp>
        <p:nvSpPr>
          <p:cNvPr id="1020" name="Google Shape;1020;p33"/>
          <p:cNvSpPr txBox="1"/>
          <p:nvPr/>
        </p:nvSpPr>
        <p:spPr>
          <a:xfrm>
            <a:off x="9108993" y="4216204"/>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dirty="0">
                <a:solidFill>
                  <a:schemeClr val="dk1"/>
                </a:solidFill>
                <a:latin typeface="Calibri"/>
                <a:ea typeface="Calibri"/>
                <a:cs typeface="Calibri"/>
                <a:sym typeface="Calibri"/>
              </a:rPr>
              <a:t> 2 cajas </a:t>
            </a:r>
            <a:endParaRPr dirty="0"/>
          </a:p>
          <a:p>
            <a:pPr marL="0" marR="0" lvl="0" indent="0" algn="l" rtl="0">
              <a:lnSpc>
                <a:spcPct val="100000"/>
              </a:lnSpc>
              <a:spcBef>
                <a:spcPts val="0"/>
              </a:spcBef>
              <a:spcAft>
                <a:spcPts val="0"/>
              </a:spcAft>
              <a:buClr>
                <a:schemeClr val="dk1"/>
              </a:buClr>
              <a:buSzPts val="1800"/>
              <a:buFont typeface="Calibri"/>
              <a:buNone/>
            </a:pPr>
            <a:r>
              <a:rPr lang="es-ES" sz="1800" cap="small" dirty="0">
                <a:solidFill>
                  <a:schemeClr val="dk1"/>
                </a:solidFill>
                <a:latin typeface="Calibri"/>
                <a:ea typeface="Calibri"/>
                <a:cs typeface="Calibri"/>
                <a:sym typeface="Calibri"/>
              </a:rPr>
              <a:t>Pasan uno por vez </a:t>
            </a:r>
            <a:endParaRPr sz="1800" b="0" i="0" u="none" strike="noStrike" cap="small" dirty="0">
              <a:solidFill>
                <a:schemeClr val="dk1"/>
              </a:solidFill>
              <a:latin typeface="Calibri"/>
              <a:ea typeface="Calibri"/>
              <a:cs typeface="Calibri"/>
              <a:sym typeface="Calibri"/>
            </a:endParaRPr>
          </a:p>
        </p:txBody>
      </p:sp>
      <p:cxnSp>
        <p:nvCxnSpPr>
          <p:cNvPr id="1021" name="Google Shape;1021;p33"/>
          <p:cNvCxnSpPr/>
          <p:nvPr/>
        </p:nvCxnSpPr>
        <p:spPr>
          <a:xfrm rot="10800000" flipH="1">
            <a:off x="8446574" y="3029904"/>
            <a:ext cx="514585" cy="410655"/>
          </a:xfrm>
          <a:prstGeom prst="straightConnector1">
            <a:avLst/>
          </a:prstGeom>
          <a:noFill/>
          <a:ln w="9525" cap="flat" cmpd="sng">
            <a:solidFill>
              <a:schemeClr val="accent1"/>
            </a:solidFill>
            <a:prstDash val="solid"/>
            <a:round/>
            <a:headEnd type="none" w="sm" len="sm"/>
            <a:tailEnd type="triangle" w="med" len="med"/>
          </a:ln>
        </p:spPr>
      </p:cxnSp>
      <p:sp>
        <p:nvSpPr>
          <p:cNvPr id="1022" name="Google Shape;1022;p33"/>
          <p:cNvSpPr/>
          <p:nvPr/>
        </p:nvSpPr>
        <p:spPr>
          <a:xfrm>
            <a:off x="5767452" y="5234748"/>
            <a:ext cx="60960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dirty="0">
                <a:solidFill>
                  <a:schemeClr val="dk1"/>
                </a:solidFill>
                <a:latin typeface="Calibri"/>
                <a:ea typeface="Calibri"/>
                <a:cs typeface="Calibri"/>
                <a:sym typeface="Calibri"/>
              </a:rPr>
              <a:t>Finalizada la carga, los autos pasan a esperar que se libere una de las dos cajas. Las cajas atienden de un auto a la vez. Una vez que ha realizado el pago, el auto se retira.</a:t>
            </a:r>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34"/>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1028" name="Google Shape;1028;p34"/>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32</a:t>
            </a:fld>
            <a:endParaRPr/>
          </a:p>
        </p:txBody>
      </p:sp>
      <p:pic>
        <p:nvPicPr>
          <p:cNvPr id="1029" name="Google Shape;1029;p34" descr="https://pixabay.com/static/uploads/photo/2012/04/28/18/23/gas-43874_960_720.png"/>
          <p:cNvPicPr preferRelativeResize="0"/>
          <p:nvPr/>
        </p:nvPicPr>
        <p:blipFill rotWithShape="1">
          <a:blip r:embed="rId3">
            <a:alphaModFix/>
          </a:blip>
          <a:srcRect/>
          <a:stretch/>
        </p:blipFill>
        <p:spPr>
          <a:xfrm>
            <a:off x="4805588" y="1556792"/>
            <a:ext cx="792088" cy="792088"/>
          </a:xfrm>
          <a:prstGeom prst="rect">
            <a:avLst/>
          </a:prstGeom>
          <a:noFill/>
          <a:ln>
            <a:noFill/>
          </a:ln>
        </p:spPr>
      </p:pic>
      <p:pic>
        <p:nvPicPr>
          <p:cNvPr id="1030" name="Google Shape;1030;p34" descr="https://pixabay.com/static/uploads/photo/2012/04/28/18/23/gas-43874_960_720.png"/>
          <p:cNvPicPr preferRelativeResize="0"/>
          <p:nvPr/>
        </p:nvPicPr>
        <p:blipFill rotWithShape="1">
          <a:blip r:embed="rId3">
            <a:alphaModFix/>
          </a:blip>
          <a:srcRect/>
          <a:stretch/>
        </p:blipFill>
        <p:spPr>
          <a:xfrm>
            <a:off x="4805588" y="3029904"/>
            <a:ext cx="792088" cy="792088"/>
          </a:xfrm>
          <a:prstGeom prst="rect">
            <a:avLst/>
          </a:prstGeom>
          <a:noFill/>
          <a:ln>
            <a:noFill/>
          </a:ln>
        </p:spPr>
      </p:pic>
      <p:pic>
        <p:nvPicPr>
          <p:cNvPr id="1031" name="Google Shape;1031;p34" descr="https://pixabay.com/static/uploads/photo/2012/04/28/18/23/gas-43874_960_720.png"/>
          <p:cNvPicPr preferRelativeResize="0"/>
          <p:nvPr/>
        </p:nvPicPr>
        <p:blipFill rotWithShape="1">
          <a:blip r:embed="rId3">
            <a:alphaModFix/>
          </a:blip>
          <a:srcRect/>
          <a:stretch/>
        </p:blipFill>
        <p:spPr>
          <a:xfrm>
            <a:off x="4805588" y="4558637"/>
            <a:ext cx="792088" cy="792088"/>
          </a:xfrm>
          <a:prstGeom prst="rect">
            <a:avLst/>
          </a:prstGeom>
          <a:noFill/>
          <a:ln>
            <a:noFill/>
          </a:ln>
        </p:spPr>
      </p:pic>
      <p:sp>
        <p:nvSpPr>
          <p:cNvPr id="1032" name="Google Shape;1032;p34" descr="Resultado de imagen para simbolo de caja"/>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033" name="Google Shape;1033;p34" descr="http://image.shutterstock.com/display_pic_with_logo/169/169,1184230450,18/stock-vector-cash-register-machine-symbol-3815086.jpg"/>
          <p:cNvPicPr preferRelativeResize="0"/>
          <p:nvPr/>
        </p:nvPicPr>
        <p:blipFill rotWithShape="1">
          <a:blip r:embed="rId4">
            <a:alphaModFix/>
          </a:blip>
          <a:srcRect/>
          <a:stretch/>
        </p:blipFill>
        <p:spPr>
          <a:xfrm>
            <a:off x="8967876" y="1591523"/>
            <a:ext cx="896054" cy="935879"/>
          </a:xfrm>
          <a:prstGeom prst="rect">
            <a:avLst/>
          </a:prstGeom>
          <a:noFill/>
          <a:ln>
            <a:noFill/>
          </a:ln>
        </p:spPr>
      </p:pic>
      <p:pic>
        <p:nvPicPr>
          <p:cNvPr id="1034" name="Google Shape;1034;p34" descr="https://pixabay.com/static/uploads/photo/2012/04/24/11/54/car-39596_640.png"/>
          <p:cNvPicPr preferRelativeResize="0"/>
          <p:nvPr/>
        </p:nvPicPr>
        <p:blipFill rotWithShape="1">
          <a:blip r:embed="rId5">
            <a:alphaModFix/>
          </a:blip>
          <a:srcRect/>
          <a:stretch/>
        </p:blipFill>
        <p:spPr>
          <a:xfrm flipH="1">
            <a:off x="4899039" y="2453551"/>
            <a:ext cx="821308" cy="410654"/>
          </a:xfrm>
          <a:prstGeom prst="rect">
            <a:avLst/>
          </a:prstGeom>
          <a:noFill/>
          <a:ln>
            <a:noFill/>
          </a:ln>
        </p:spPr>
      </p:pic>
      <p:pic>
        <p:nvPicPr>
          <p:cNvPr id="1035" name="Google Shape;1035;p34" descr="https://pixabay.com/static/uploads/photo/2012/04/24/11/54/car-39596_640.png"/>
          <p:cNvPicPr preferRelativeResize="0"/>
          <p:nvPr/>
        </p:nvPicPr>
        <p:blipFill rotWithShape="1">
          <a:blip r:embed="rId5">
            <a:alphaModFix/>
          </a:blip>
          <a:srcRect/>
          <a:stretch/>
        </p:blipFill>
        <p:spPr>
          <a:xfrm flipH="1">
            <a:off x="4833632" y="3971132"/>
            <a:ext cx="821308" cy="410654"/>
          </a:xfrm>
          <a:prstGeom prst="rect">
            <a:avLst/>
          </a:prstGeom>
          <a:noFill/>
          <a:ln>
            <a:noFill/>
          </a:ln>
        </p:spPr>
      </p:pic>
      <p:pic>
        <p:nvPicPr>
          <p:cNvPr id="1036" name="Google Shape;1036;p34" descr="https://pixabay.com/static/uploads/photo/2012/04/24/11/54/car-39596_640.png"/>
          <p:cNvPicPr preferRelativeResize="0"/>
          <p:nvPr/>
        </p:nvPicPr>
        <p:blipFill rotWithShape="1">
          <a:blip r:embed="rId5">
            <a:alphaModFix/>
          </a:blip>
          <a:srcRect/>
          <a:stretch/>
        </p:blipFill>
        <p:spPr>
          <a:xfrm flipH="1">
            <a:off x="4776368" y="5472031"/>
            <a:ext cx="821308" cy="410654"/>
          </a:xfrm>
          <a:prstGeom prst="rect">
            <a:avLst/>
          </a:prstGeom>
          <a:noFill/>
          <a:ln>
            <a:noFill/>
          </a:ln>
        </p:spPr>
      </p:pic>
      <p:pic>
        <p:nvPicPr>
          <p:cNvPr id="1037" name="Google Shape;1037;p34" descr="https://pixabay.com/static/uploads/photo/2012/04/24/11/54/car-39596_640.png"/>
          <p:cNvPicPr preferRelativeResize="0"/>
          <p:nvPr/>
        </p:nvPicPr>
        <p:blipFill rotWithShape="1">
          <a:blip r:embed="rId5">
            <a:alphaModFix/>
          </a:blip>
          <a:srcRect/>
          <a:stretch/>
        </p:blipFill>
        <p:spPr>
          <a:xfrm flipH="1">
            <a:off x="2146214" y="3450657"/>
            <a:ext cx="821308" cy="410654"/>
          </a:xfrm>
          <a:prstGeom prst="rect">
            <a:avLst/>
          </a:prstGeom>
          <a:noFill/>
          <a:ln>
            <a:noFill/>
          </a:ln>
        </p:spPr>
      </p:pic>
      <p:pic>
        <p:nvPicPr>
          <p:cNvPr id="1038" name="Google Shape;1038;p34" descr="https://pixabay.com/static/uploads/photo/2012/04/24/11/54/car-39596_640.png"/>
          <p:cNvPicPr preferRelativeResize="0"/>
          <p:nvPr/>
        </p:nvPicPr>
        <p:blipFill rotWithShape="1">
          <a:blip r:embed="rId5">
            <a:alphaModFix/>
          </a:blip>
          <a:srcRect/>
          <a:stretch/>
        </p:blipFill>
        <p:spPr>
          <a:xfrm flipH="1">
            <a:off x="2107023" y="4511430"/>
            <a:ext cx="821308" cy="410654"/>
          </a:xfrm>
          <a:prstGeom prst="rect">
            <a:avLst/>
          </a:prstGeom>
          <a:noFill/>
          <a:ln>
            <a:noFill/>
          </a:ln>
        </p:spPr>
      </p:pic>
      <p:pic>
        <p:nvPicPr>
          <p:cNvPr id="1039" name="Google Shape;1039;p34" descr="https://pixabay.com/static/uploads/photo/2012/04/24/11/54/car-39596_640.png"/>
          <p:cNvPicPr preferRelativeResize="0"/>
          <p:nvPr/>
        </p:nvPicPr>
        <p:blipFill rotWithShape="1">
          <a:blip r:embed="rId5">
            <a:alphaModFix/>
          </a:blip>
          <a:srcRect/>
          <a:stretch/>
        </p:blipFill>
        <p:spPr>
          <a:xfrm flipH="1">
            <a:off x="9108993" y="2631087"/>
            <a:ext cx="821308" cy="410654"/>
          </a:xfrm>
          <a:prstGeom prst="rect">
            <a:avLst/>
          </a:prstGeom>
          <a:noFill/>
          <a:ln>
            <a:noFill/>
          </a:ln>
        </p:spPr>
      </p:pic>
      <p:pic>
        <p:nvPicPr>
          <p:cNvPr id="1040" name="Google Shape;1040;p34" descr="https://pixabay.com/static/uploads/photo/2012/04/24/11/54/car-39596_640.png"/>
          <p:cNvPicPr preferRelativeResize="0"/>
          <p:nvPr/>
        </p:nvPicPr>
        <p:blipFill rotWithShape="1">
          <a:blip r:embed="rId5">
            <a:alphaModFix/>
          </a:blip>
          <a:srcRect/>
          <a:stretch/>
        </p:blipFill>
        <p:spPr>
          <a:xfrm flipH="1">
            <a:off x="7378025" y="3029904"/>
            <a:ext cx="821308" cy="410654"/>
          </a:xfrm>
          <a:prstGeom prst="rect">
            <a:avLst/>
          </a:prstGeom>
          <a:noFill/>
          <a:ln>
            <a:noFill/>
          </a:ln>
        </p:spPr>
      </p:pic>
      <p:pic>
        <p:nvPicPr>
          <p:cNvPr id="1041" name="Google Shape;1041;p34" descr="https://pixabay.com/static/uploads/photo/2012/04/24/11/54/car-39596_640.png"/>
          <p:cNvPicPr preferRelativeResize="0"/>
          <p:nvPr/>
        </p:nvPicPr>
        <p:blipFill rotWithShape="1">
          <a:blip r:embed="rId5">
            <a:alphaModFix/>
          </a:blip>
          <a:srcRect/>
          <a:stretch/>
        </p:blipFill>
        <p:spPr>
          <a:xfrm flipH="1">
            <a:off x="7378025" y="2473772"/>
            <a:ext cx="821308" cy="410654"/>
          </a:xfrm>
          <a:prstGeom prst="rect">
            <a:avLst/>
          </a:prstGeom>
          <a:noFill/>
          <a:ln>
            <a:noFill/>
          </a:ln>
        </p:spPr>
      </p:pic>
      <p:pic>
        <p:nvPicPr>
          <p:cNvPr id="1042" name="Google Shape;1042;p34" descr="https://pixabay.com/static/uploads/photo/2012/04/24/11/54/car-39596_640.png"/>
          <p:cNvPicPr preferRelativeResize="0"/>
          <p:nvPr/>
        </p:nvPicPr>
        <p:blipFill rotWithShape="1">
          <a:blip r:embed="rId5">
            <a:alphaModFix/>
          </a:blip>
          <a:srcRect/>
          <a:stretch/>
        </p:blipFill>
        <p:spPr>
          <a:xfrm flipH="1">
            <a:off x="2137708" y="2849286"/>
            <a:ext cx="821308" cy="410654"/>
          </a:xfrm>
          <a:prstGeom prst="rect">
            <a:avLst/>
          </a:prstGeom>
          <a:noFill/>
          <a:ln>
            <a:noFill/>
          </a:ln>
        </p:spPr>
      </p:pic>
      <p:pic>
        <p:nvPicPr>
          <p:cNvPr id="1043" name="Google Shape;1043;p34" descr="https://pixabay.com/static/uploads/photo/2012/04/24/11/54/car-39596_640.png"/>
          <p:cNvPicPr preferRelativeResize="0"/>
          <p:nvPr/>
        </p:nvPicPr>
        <p:blipFill rotWithShape="1">
          <a:blip r:embed="rId5">
            <a:alphaModFix/>
          </a:blip>
          <a:srcRect/>
          <a:stretch/>
        </p:blipFill>
        <p:spPr>
          <a:xfrm flipH="1">
            <a:off x="2107023" y="4009684"/>
            <a:ext cx="821308" cy="410654"/>
          </a:xfrm>
          <a:prstGeom prst="rect">
            <a:avLst/>
          </a:prstGeom>
          <a:noFill/>
          <a:ln>
            <a:noFill/>
          </a:ln>
        </p:spPr>
      </p:pic>
      <p:pic>
        <p:nvPicPr>
          <p:cNvPr id="1044" name="Google Shape;1044;p34" descr="https://pixabay.com/static/uploads/photo/2012/04/24/11/54/car-39596_640.png"/>
          <p:cNvPicPr preferRelativeResize="0"/>
          <p:nvPr/>
        </p:nvPicPr>
        <p:blipFill rotWithShape="1">
          <a:blip r:embed="rId5">
            <a:alphaModFix/>
          </a:blip>
          <a:srcRect/>
          <a:stretch/>
        </p:blipFill>
        <p:spPr>
          <a:xfrm flipH="1">
            <a:off x="2107023" y="2361395"/>
            <a:ext cx="821308" cy="410654"/>
          </a:xfrm>
          <a:prstGeom prst="rect">
            <a:avLst/>
          </a:prstGeom>
          <a:noFill/>
          <a:ln>
            <a:noFill/>
          </a:ln>
        </p:spPr>
      </p:pic>
      <p:sp>
        <p:nvSpPr>
          <p:cNvPr id="1045" name="Google Shape;1045;p34"/>
          <p:cNvSpPr/>
          <p:nvPr/>
        </p:nvSpPr>
        <p:spPr>
          <a:xfrm>
            <a:off x="3116996" y="2254767"/>
            <a:ext cx="242700" cy="2758409"/>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046" name="Google Shape;1046;p34" descr="https://pixabay.com/static/uploads/photo/2012/04/24/11/54/car-39596_640.png"/>
          <p:cNvPicPr preferRelativeResize="0"/>
          <p:nvPr/>
        </p:nvPicPr>
        <p:blipFill rotWithShape="1">
          <a:blip r:embed="rId5">
            <a:alphaModFix/>
          </a:blip>
          <a:srcRect/>
          <a:stretch/>
        </p:blipFill>
        <p:spPr>
          <a:xfrm flipH="1">
            <a:off x="7367463" y="4172352"/>
            <a:ext cx="821308" cy="410654"/>
          </a:xfrm>
          <a:prstGeom prst="rect">
            <a:avLst/>
          </a:prstGeom>
          <a:noFill/>
          <a:ln>
            <a:noFill/>
          </a:ln>
        </p:spPr>
      </p:pic>
      <p:cxnSp>
        <p:nvCxnSpPr>
          <p:cNvPr id="1047" name="Google Shape;1047;p34"/>
          <p:cNvCxnSpPr/>
          <p:nvPr/>
        </p:nvCxnSpPr>
        <p:spPr>
          <a:xfrm rot="10800000" flipH="1">
            <a:off x="3440271" y="2772049"/>
            <a:ext cx="1336016" cy="816377"/>
          </a:xfrm>
          <a:prstGeom prst="straightConnector1">
            <a:avLst/>
          </a:prstGeom>
          <a:noFill/>
          <a:ln w="9525" cap="flat" cmpd="sng">
            <a:solidFill>
              <a:schemeClr val="accent1"/>
            </a:solidFill>
            <a:prstDash val="solid"/>
            <a:round/>
            <a:headEnd type="none" w="sm" len="sm"/>
            <a:tailEnd type="triangle" w="med" len="med"/>
          </a:ln>
        </p:spPr>
      </p:cxnSp>
      <p:pic>
        <p:nvPicPr>
          <p:cNvPr id="1048" name="Google Shape;1048;p34" descr="https://pixabay.com/static/uploads/photo/2012/04/24/11/54/car-39596_640.png"/>
          <p:cNvPicPr preferRelativeResize="0"/>
          <p:nvPr/>
        </p:nvPicPr>
        <p:blipFill rotWithShape="1">
          <a:blip r:embed="rId5">
            <a:alphaModFix/>
          </a:blip>
          <a:srcRect/>
          <a:stretch/>
        </p:blipFill>
        <p:spPr>
          <a:xfrm flipH="1">
            <a:off x="10472583" y="2566722"/>
            <a:ext cx="821308" cy="410654"/>
          </a:xfrm>
          <a:prstGeom prst="rect">
            <a:avLst/>
          </a:prstGeom>
          <a:noFill/>
          <a:ln>
            <a:noFill/>
          </a:ln>
        </p:spPr>
      </p:pic>
      <p:cxnSp>
        <p:nvCxnSpPr>
          <p:cNvPr id="1049" name="Google Shape;1049;p34"/>
          <p:cNvCxnSpPr/>
          <p:nvPr/>
        </p:nvCxnSpPr>
        <p:spPr>
          <a:xfrm>
            <a:off x="3381733" y="3633971"/>
            <a:ext cx="1328375" cy="581040"/>
          </a:xfrm>
          <a:prstGeom prst="straightConnector1">
            <a:avLst/>
          </a:prstGeom>
          <a:noFill/>
          <a:ln w="9525" cap="flat" cmpd="sng">
            <a:solidFill>
              <a:schemeClr val="accent1"/>
            </a:solidFill>
            <a:prstDash val="solid"/>
            <a:round/>
            <a:headEnd type="none" w="sm" len="sm"/>
            <a:tailEnd type="triangle" w="med" len="med"/>
          </a:ln>
        </p:spPr>
      </p:cxnSp>
      <p:cxnSp>
        <p:nvCxnSpPr>
          <p:cNvPr id="1050" name="Google Shape;1050;p34"/>
          <p:cNvCxnSpPr/>
          <p:nvPr/>
        </p:nvCxnSpPr>
        <p:spPr>
          <a:xfrm>
            <a:off x="3406446" y="3668607"/>
            <a:ext cx="1256912" cy="2004338"/>
          </a:xfrm>
          <a:prstGeom prst="straightConnector1">
            <a:avLst/>
          </a:prstGeom>
          <a:noFill/>
          <a:ln w="9525" cap="flat" cmpd="sng">
            <a:solidFill>
              <a:schemeClr val="accent1"/>
            </a:solidFill>
            <a:prstDash val="solid"/>
            <a:round/>
            <a:headEnd type="none" w="sm" len="sm"/>
            <a:tailEnd type="triangle" w="med" len="med"/>
          </a:ln>
        </p:spPr>
      </p:cxnSp>
      <p:cxnSp>
        <p:nvCxnSpPr>
          <p:cNvPr id="1051" name="Google Shape;1051;p34"/>
          <p:cNvCxnSpPr/>
          <p:nvPr/>
        </p:nvCxnSpPr>
        <p:spPr>
          <a:xfrm>
            <a:off x="5800083" y="2783725"/>
            <a:ext cx="1216262" cy="666932"/>
          </a:xfrm>
          <a:prstGeom prst="straightConnector1">
            <a:avLst/>
          </a:prstGeom>
          <a:noFill/>
          <a:ln w="9525" cap="flat" cmpd="sng">
            <a:solidFill>
              <a:schemeClr val="accent1"/>
            </a:solidFill>
            <a:prstDash val="solid"/>
            <a:round/>
            <a:headEnd type="none" w="sm" len="sm"/>
            <a:tailEnd type="triangle" w="med" len="med"/>
          </a:ln>
        </p:spPr>
      </p:cxnSp>
      <p:cxnSp>
        <p:nvCxnSpPr>
          <p:cNvPr id="1052" name="Google Shape;1052;p34"/>
          <p:cNvCxnSpPr/>
          <p:nvPr/>
        </p:nvCxnSpPr>
        <p:spPr>
          <a:xfrm rot="10800000" flipH="1">
            <a:off x="5767453" y="3668607"/>
            <a:ext cx="1248892" cy="435811"/>
          </a:xfrm>
          <a:prstGeom prst="straightConnector1">
            <a:avLst/>
          </a:prstGeom>
          <a:noFill/>
          <a:ln w="9525" cap="flat" cmpd="sng">
            <a:solidFill>
              <a:schemeClr val="accent1"/>
            </a:solidFill>
            <a:prstDash val="solid"/>
            <a:round/>
            <a:headEnd type="none" w="sm" len="sm"/>
            <a:tailEnd type="triangle" w="med" len="med"/>
          </a:ln>
        </p:spPr>
      </p:cxnSp>
      <p:cxnSp>
        <p:nvCxnSpPr>
          <p:cNvPr id="1053" name="Google Shape;1053;p34"/>
          <p:cNvCxnSpPr/>
          <p:nvPr/>
        </p:nvCxnSpPr>
        <p:spPr>
          <a:xfrm rot="10800000" flipH="1">
            <a:off x="5715190" y="3821992"/>
            <a:ext cx="1432904" cy="1904878"/>
          </a:xfrm>
          <a:prstGeom prst="straightConnector1">
            <a:avLst/>
          </a:prstGeom>
          <a:noFill/>
          <a:ln w="9525" cap="flat" cmpd="sng">
            <a:solidFill>
              <a:schemeClr val="accent1"/>
            </a:solidFill>
            <a:prstDash val="solid"/>
            <a:round/>
            <a:headEnd type="none" w="sm" len="sm"/>
            <a:tailEnd type="triangle" w="med" len="med"/>
          </a:ln>
        </p:spPr>
      </p:cxnSp>
      <p:sp>
        <p:nvSpPr>
          <p:cNvPr id="1054" name="Google Shape;1054;p34"/>
          <p:cNvSpPr/>
          <p:nvPr/>
        </p:nvSpPr>
        <p:spPr>
          <a:xfrm>
            <a:off x="7148094" y="2527402"/>
            <a:ext cx="219369" cy="2125733"/>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55" name="Google Shape;1055;p34"/>
          <p:cNvSpPr/>
          <p:nvPr/>
        </p:nvSpPr>
        <p:spPr>
          <a:xfrm>
            <a:off x="8226008" y="2473772"/>
            <a:ext cx="137588" cy="2179364"/>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056" name="Google Shape;1056;p34"/>
          <p:cNvSpPr/>
          <p:nvPr/>
        </p:nvSpPr>
        <p:spPr>
          <a:xfrm>
            <a:off x="1847528" y="2254767"/>
            <a:ext cx="144016" cy="2667317"/>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057" name="Google Shape;1057;p34" descr="https://pixabay.com/static/uploads/photo/2012/04/24/11/54/car-39596_640.png"/>
          <p:cNvPicPr preferRelativeResize="0"/>
          <p:nvPr/>
        </p:nvPicPr>
        <p:blipFill rotWithShape="1">
          <a:blip r:embed="rId5">
            <a:alphaModFix/>
          </a:blip>
          <a:srcRect/>
          <a:stretch/>
        </p:blipFill>
        <p:spPr>
          <a:xfrm flipH="1">
            <a:off x="403830" y="3298307"/>
            <a:ext cx="821308" cy="410654"/>
          </a:xfrm>
          <a:prstGeom prst="rect">
            <a:avLst/>
          </a:prstGeom>
          <a:noFill/>
          <a:ln>
            <a:noFill/>
          </a:ln>
        </p:spPr>
      </p:pic>
      <p:sp>
        <p:nvSpPr>
          <p:cNvPr id="1058" name="Google Shape;1058;p34"/>
          <p:cNvSpPr txBox="1"/>
          <p:nvPr/>
        </p:nvSpPr>
        <p:spPr>
          <a:xfrm>
            <a:off x="7494467" y="3298307"/>
            <a:ext cx="1090733" cy="856023"/>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600"/>
              <a:buFont typeface="Calibri"/>
              <a:buNone/>
            </a:pPr>
            <a:r>
              <a:rPr lang="es-ES" sz="36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sp>
        <p:nvSpPr>
          <p:cNvPr id="1059" name="Google Shape;1059;p34"/>
          <p:cNvSpPr txBox="1"/>
          <p:nvPr/>
        </p:nvSpPr>
        <p:spPr>
          <a:xfrm>
            <a:off x="10382166" y="2618426"/>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sp>
        <p:nvSpPr>
          <p:cNvPr id="1060" name="Google Shape;1060;p34"/>
          <p:cNvSpPr txBox="1"/>
          <p:nvPr/>
        </p:nvSpPr>
        <p:spPr>
          <a:xfrm>
            <a:off x="4652718" y="560671"/>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 3 Surtidores </a:t>
            </a:r>
            <a:endParaRPr dirty="0"/>
          </a:p>
          <a:p>
            <a:pPr marL="0" marR="0" lvl="0" indent="0" algn="l" rtl="0">
              <a:lnSpc>
                <a:spcPct val="100000"/>
              </a:lnSpc>
              <a:spcBef>
                <a:spcPts val="0"/>
              </a:spcBef>
              <a:spcAft>
                <a:spcPts val="0"/>
              </a:spcAft>
              <a:buClr>
                <a:schemeClr val="dk1"/>
              </a:buClr>
              <a:buSzPts val="1800"/>
              <a:buFont typeface="Calibri"/>
              <a:buNone/>
            </a:pPr>
            <a:r>
              <a:rPr lang="es-ES" sz="1800" cap="small" dirty="0">
                <a:solidFill>
                  <a:schemeClr val="dk1"/>
                </a:solidFill>
                <a:latin typeface="Calibri"/>
                <a:ea typeface="Calibri"/>
                <a:cs typeface="Calibri"/>
                <a:sym typeface="Calibri"/>
              </a:rPr>
              <a:t>1 auto por surtidor </a:t>
            </a:r>
            <a:endParaRPr sz="1800" b="0" i="0" u="none" strike="noStrike" cap="small" dirty="0">
              <a:solidFill>
                <a:schemeClr val="dk1"/>
              </a:solidFill>
              <a:latin typeface="Calibri"/>
              <a:ea typeface="Calibri"/>
              <a:cs typeface="Calibri"/>
              <a:sym typeface="Calibri"/>
            </a:endParaRPr>
          </a:p>
        </p:txBody>
      </p:sp>
      <p:sp>
        <p:nvSpPr>
          <p:cNvPr id="1061" name="Google Shape;1061;p34"/>
          <p:cNvSpPr txBox="1"/>
          <p:nvPr/>
        </p:nvSpPr>
        <p:spPr>
          <a:xfrm>
            <a:off x="7367463" y="1434480"/>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 Cola de espera </a:t>
            </a:r>
            <a:endParaRPr dirty="0"/>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para pagar (sin limite) </a:t>
            </a:r>
            <a:endParaRPr sz="1800" b="0" i="0" u="none" strike="noStrike" cap="small" dirty="0">
              <a:solidFill>
                <a:schemeClr val="dk1"/>
              </a:solidFill>
              <a:latin typeface="Calibri"/>
              <a:ea typeface="Calibri"/>
              <a:cs typeface="Calibri"/>
              <a:sym typeface="Calibri"/>
            </a:endParaRPr>
          </a:p>
        </p:txBody>
      </p:sp>
      <p:sp>
        <p:nvSpPr>
          <p:cNvPr id="1062" name="Google Shape;1062;p34"/>
          <p:cNvSpPr txBox="1"/>
          <p:nvPr/>
        </p:nvSpPr>
        <p:spPr>
          <a:xfrm>
            <a:off x="1559226" y="1437533"/>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pic>
        <p:nvPicPr>
          <p:cNvPr id="1063" name="Google Shape;1063;p34" descr="https://pixabay.com/static/uploads/photo/2012/04/24/11/54/car-39596_640.png"/>
          <p:cNvPicPr preferRelativeResize="0"/>
          <p:nvPr/>
        </p:nvPicPr>
        <p:blipFill rotWithShape="1">
          <a:blip r:embed="rId5">
            <a:alphaModFix/>
          </a:blip>
          <a:srcRect/>
          <a:stretch/>
        </p:blipFill>
        <p:spPr>
          <a:xfrm flipH="1">
            <a:off x="556230" y="3450707"/>
            <a:ext cx="821308" cy="410654"/>
          </a:xfrm>
          <a:prstGeom prst="rect">
            <a:avLst/>
          </a:prstGeom>
          <a:noFill/>
          <a:ln>
            <a:noFill/>
          </a:ln>
        </p:spPr>
      </p:pic>
      <p:pic>
        <p:nvPicPr>
          <p:cNvPr id="1064" name="Google Shape;1064;p34" descr="https://pixabay.com/static/uploads/photo/2012/04/24/11/54/car-39596_640.png"/>
          <p:cNvPicPr preferRelativeResize="0"/>
          <p:nvPr/>
        </p:nvPicPr>
        <p:blipFill rotWithShape="1">
          <a:blip r:embed="rId5">
            <a:alphaModFix/>
          </a:blip>
          <a:srcRect/>
          <a:stretch/>
        </p:blipFill>
        <p:spPr>
          <a:xfrm flipH="1">
            <a:off x="708630" y="3603107"/>
            <a:ext cx="821308" cy="410654"/>
          </a:xfrm>
          <a:prstGeom prst="rect">
            <a:avLst/>
          </a:prstGeom>
          <a:noFill/>
          <a:ln>
            <a:noFill/>
          </a:ln>
        </p:spPr>
      </p:pic>
      <p:sp>
        <p:nvSpPr>
          <p:cNvPr id="1065" name="Google Shape;1065;p34"/>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llegan y esperan </a:t>
            </a:r>
            <a:endParaRPr sz="1800" b="0" i="0" u="none" strike="noStrike" cap="small">
              <a:solidFill>
                <a:schemeClr val="dk1"/>
              </a:solidFill>
              <a:latin typeface="Calibri"/>
              <a:ea typeface="Calibri"/>
              <a:cs typeface="Calibri"/>
              <a:sym typeface="Calibri"/>
            </a:endParaRPr>
          </a:p>
        </p:txBody>
      </p:sp>
      <p:pic>
        <p:nvPicPr>
          <p:cNvPr id="1066" name="Google Shape;1066;p34" descr="http://image.shutterstock.com/display_pic_with_logo/169/169,1184230450,18/stock-vector-cash-register-machine-symbol-3815086.jpg"/>
          <p:cNvPicPr preferRelativeResize="0"/>
          <p:nvPr/>
        </p:nvPicPr>
        <p:blipFill rotWithShape="1">
          <a:blip r:embed="rId4">
            <a:alphaModFix/>
          </a:blip>
          <a:srcRect/>
          <a:stretch/>
        </p:blipFill>
        <p:spPr>
          <a:xfrm>
            <a:off x="8983799" y="3266062"/>
            <a:ext cx="896054" cy="935879"/>
          </a:xfrm>
          <a:prstGeom prst="rect">
            <a:avLst/>
          </a:prstGeom>
          <a:noFill/>
          <a:ln>
            <a:noFill/>
          </a:ln>
        </p:spPr>
      </p:pic>
      <p:pic>
        <p:nvPicPr>
          <p:cNvPr id="1067" name="Google Shape;1067;p34" descr="https://pixabay.com/static/uploads/photo/2012/04/24/11/54/car-39596_640.png"/>
          <p:cNvPicPr preferRelativeResize="0"/>
          <p:nvPr/>
        </p:nvPicPr>
        <p:blipFill rotWithShape="1">
          <a:blip r:embed="rId5">
            <a:alphaModFix/>
          </a:blip>
          <a:srcRect/>
          <a:stretch/>
        </p:blipFill>
        <p:spPr>
          <a:xfrm flipH="1">
            <a:off x="9081719" y="4363122"/>
            <a:ext cx="821308" cy="410654"/>
          </a:xfrm>
          <a:prstGeom prst="rect">
            <a:avLst/>
          </a:prstGeom>
          <a:noFill/>
          <a:ln>
            <a:noFill/>
          </a:ln>
        </p:spPr>
      </p:pic>
      <p:sp>
        <p:nvSpPr>
          <p:cNvPr id="1068" name="Google Shape;1068;p34"/>
          <p:cNvSpPr txBox="1"/>
          <p:nvPr/>
        </p:nvSpPr>
        <p:spPr>
          <a:xfrm>
            <a:off x="9117853" y="472228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2 cajas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Pasan uno por vez </a:t>
            </a:r>
            <a:endParaRPr sz="1800" b="0" i="0" u="none" strike="noStrike" cap="small">
              <a:solidFill>
                <a:schemeClr val="dk1"/>
              </a:solidFill>
              <a:latin typeface="Calibri"/>
              <a:ea typeface="Calibri"/>
              <a:cs typeface="Calibri"/>
              <a:sym typeface="Calibri"/>
            </a:endParaRPr>
          </a:p>
        </p:txBody>
      </p:sp>
      <p:cxnSp>
        <p:nvCxnSpPr>
          <p:cNvPr id="1069" name="Google Shape;1069;p34"/>
          <p:cNvCxnSpPr/>
          <p:nvPr/>
        </p:nvCxnSpPr>
        <p:spPr>
          <a:xfrm rot="10800000" flipH="1">
            <a:off x="8446574" y="3029904"/>
            <a:ext cx="514585" cy="410655"/>
          </a:xfrm>
          <a:prstGeom prst="straightConnector1">
            <a:avLst/>
          </a:prstGeom>
          <a:noFill/>
          <a:ln w="9525" cap="flat" cmpd="sng">
            <a:solidFill>
              <a:schemeClr val="accent1"/>
            </a:solidFill>
            <a:prstDash val="solid"/>
            <a:round/>
            <a:headEnd type="none" w="sm" len="sm"/>
            <a:tailEnd type="triangle" w="med" len="med"/>
          </a:ln>
        </p:spPr>
      </p:cxnSp>
      <p:cxnSp>
        <p:nvCxnSpPr>
          <p:cNvPr id="1070" name="Google Shape;1070;p34"/>
          <p:cNvCxnSpPr/>
          <p:nvPr/>
        </p:nvCxnSpPr>
        <p:spPr>
          <a:xfrm>
            <a:off x="8448662" y="3760647"/>
            <a:ext cx="523205" cy="605827"/>
          </a:xfrm>
          <a:prstGeom prst="straightConnector1">
            <a:avLst/>
          </a:prstGeom>
          <a:noFill/>
          <a:ln w="9525" cap="flat" cmpd="sng">
            <a:solidFill>
              <a:schemeClr val="accent1"/>
            </a:solidFill>
            <a:prstDash val="solid"/>
            <a:round/>
            <a:headEnd type="none" w="sm" len="sm"/>
            <a:tailEnd type="triangle" w="med" len="med"/>
          </a:ln>
        </p:spPr>
      </p:cxnSp>
      <p:pic>
        <p:nvPicPr>
          <p:cNvPr id="1071" name="Google Shape;1071;p34" descr="https://pixabay.com/static/uploads/photo/2012/04/24/11/54/car-39596_640.png"/>
          <p:cNvPicPr preferRelativeResize="0"/>
          <p:nvPr/>
        </p:nvPicPr>
        <p:blipFill rotWithShape="1">
          <a:blip r:embed="rId5">
            <a:alphaModFix/>
          </a:blip>
          <a:srcRect/>
          <a:stretch/>
        </p:blipFill>
        <p:spPr>
          <a:xfrm flipH="1">
            <a:off x="10456656" y="4371911"/>
            <a:ext cx="821308" cy="410654"/>
          </a:xfrm>
          <a:prstGeom prst="rect">
            <a:avLst/>
          </a:prstGeom>
          <a:noFill/>
          <a:ln>
            <a:noFill/>
          </a:ln>
        </p:spPr>
      </p:pic>
      <p:sp>
        <p:nvSpPr>
          <p:cNvPr id="1072" name="Google Shape;1072;p34"/>
          <p:cNvSpPr txBox="1"/>
          <p:nvPr/>
        </p:nvSpPr>
        <p:spPr>
          <a:xfrm>
            <a:off x="10366239" y="4423615"/>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35"/>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1078" name="Google Shape;1078;p35"/>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33</a:t>
            </a:fld>
            <a:endParaRPr/>
          </a:p>
        </p:txBody>
      </p:sp>
      <p:sp>
        <p:nvSpPr>
          <p:cNvPr id="1079" name="Google Shape;1079;p35"/>
          <p:cNvSpPr txBox="1">
            <a:spLocks noGrp="1"/>
          </p:cNvSpPr>
          <p:nvPr>
            <p:ph type="title" idx="4294967295"/>
          </p:nvPr>
        </p:nvSpPr>
        <p:spPr>
          <a:xfrm>
            <a:off x="0" y="500063"/>
            <a:ext cx="10806113" cy="1273175"/>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None/>
            </a:pPr>
            <a:r>
              <a:rPr lang="es-ES"/>
              <a:t>.</a:t>
            </a:r>
            <a:endParaRPr/>
          </a:p>
        </p:txBody>
      </p:sp>
      <p:pic>
        <p:nvPicPr>
          <p:cNvPr id="1080" name="Google Shape;1080;p35" descr="https://pixabay.com/static/uploads/photo/2012/04/28/18/23/gas-43874_960_720.png"/>
          <p:cNvPicPr preferRelativeResize="0"/>
          <p:nvPr/>
        </p:nvPicPr>
        <p:blipFill rotWithShape="1">
          <a:blip r:embed="rId3">
            <a:alphaModFix/>
          </a:blip>
          <a:srcRect/>
          <a:stretch/>
        </p:blipFill>
        <p:spPr>
          <a:xfrm>
            <a:off x="1262540" y="996598"/>
            <a:ext cx="792088" cy="792088"/>
          </a:xfrm>
          <a:prstGeom prst="rect">
            <a:avLst/>
          </a:prstGeom>
          <a:noFill/>
          <a:ln>
            <a:noFill/>
          </a:ln>
        </p:spPr>
      </p:pic>
      <p:pic>
        <p:nvPicPr>
          <p:cNvPr id="1081" name="Google Shape;1081;p35" descr="https://pixabay.com/static/uploads/photo/2012/04/24/11/54/car-39596_640.png"/>
          <p:cNvPicPr preferRelativeResize="0"/>
          <p:nvPr/>
        </p:nvPicPr>
        <p:blipFill rotWithShape="1">
          <a:blip r:embed="rId4">
            <a:alphaModFix/>
          </a:blip>
          <a:srcRect/>
          <a:stretch/>
        </p:blipFill>
        <p:spPr>
          <a:xfrm flipH="1">
            <a:off x="3263635" y="2037024"/>
            <a:ext cx="821308" cy="410654"/>
          </a:xfrm>
          <a:prstGeom prst="rect">
            <a:avLst/>
          </a:prstGeom>
          <a:noFill/>
          <a:ln>
            <a:noFill/>
          </a:ln>
        </p:spPr>
      </p:pic>
      <p:grpSp>
        <p:nvGrpSpPr>
          <p:cNvPr id="1082" name="Google Shape;1082;p35"/>
          <p:cNvGrpSpPr/>
          <p:nvPr/>
        </p:nvGrpSpPr>
        <p:grpSpPr>
          <a:xfrm>
            <a:off x="1055524" y="3163587"/>
            <a:ext cx="1133498" cy="528403"/>
            <a:chOff x="443571" y="5463111"/>
            <a:chExt cx="1655794" cy="792163"/>
          </a:xfrm>
        </p:grpSpPr>
        <p:sp>
          <p:nvSpPr>
            <p:cNvPr id="1083" name="Google Shape;1083;p35"/>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084" name="Google Shape;1084;p35"/>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085" name="Google Shape;1085;p35"/>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086" name="Google Shape;1086;p35"/>
            <p:cNvCxnSpPr>
              <a:endCxn id="1083"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087" name="Google Shape;1087;p35"/>
            <p:cNvCxnSpPr>
              <a:stCxn id="1083"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pic>
        <p:nvPicPr>
          <p:cNvPr id="1088" name="Google Shape;1088;p35" descr="https://pixabay.com/static/uploads/photo/2012/04/28/18/23/gas-43874_960_720.png"/>
          <p:cNvPicPr preferRelativeResize="0"/>
          <p:nvPr/>
        </p:nvPicPr>
        <p:blipFill rotWithShape="1">
          <a:blip r:embed="rId3">
            <a:alphaModFix/>
          </a:blip>
          <a:srcRect/>
          <a:stretch/>
        </p:blipFill>
        <p:spPr>
          <a:xfrm>
            <a:off x="3297473" y="956904"/>
            <a:ext cx="792088" cy="792088"/>
          </a:xfrm>
          <a:prstGeom prst="rect">
            <a:avLst/>
          </a:prstGeom>
          <a:noFill/>
          <a:ln>
            <a:noFill/>
          </a:ln>
        </p:spPr>
      </p:pic>
      <p:grpSp>
        <p:nvGrpSpPr>
          <p:cNvPr id="1089" name="Google Shape;1089;p35"/>
          <p:cNvGrpSpPr/>
          <p:nvPr/>
        </p:nvGrpSpPr>
        <p:grpSpPr>
          <a:xfrm>
            <a:off x="3126803" y="3147717"/>
            <a:ext cx="1133498" cy="528403"/>
            <a:chOff x="3126803" y="3147717"/>
            <a:chExt cx="1133498" cy="528403"/>
          </a:xfrm>
        </p:grpSpPr>
        <p:grpSp>
          <p:nvGrpSpPr>
            <p:cNvPr id="1090" name="Google Shape;1090;p35"/>
            <p:cNvGrpSpPr/>
            <p:nvPr/>
          </p:nvGrpSpPr>
          <p:grpSpPr>
            <a:xfrm>
              <a:off x="3126803" y="3147717"/>
              <a:ext cx="1133498" cy="528403"/>
              <a:chOff x="443571" y="5463111"/>
              <a:chExt cx="1655794" cy="792163"/>
            </a:xfrm>
          </p:grpSpPr>
          <p:sp>
            <p:nvSpPr>
              <p:cNvPr id="1091" name="Google Shape;1091;p35"/>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092" name="Google Shape;1092;p35"/>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093" name="Google Shape;1093;p35"/>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094" name="Google Shape;1094;p35"/>
              <p:cNvCxnSpPr>
                <a:endCxn id="1091"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095" name="Google Shape;1095;p35"/>
              <p:cNvCxnSpPr>
                <a:stCxn id="1091"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096" name="Google Shape;1096;p35"/>
            <p:cNvSpPr txBox="1"/>
            <p:nvPr/>
          </p:nvSpPr>
          <p:spPr>
            <a:xfrm rot="5400000">
              <a:off x="3660028" y="3026399"/>
              <a:ext cx="286005"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200"/>
                <a:buFont typeface="Calibri"/>
                <a:buNone/>
              </a:pPr>
              <a:r>
                <a:rPr lang="es-ES" sz="3200" b="1" i="0" u="none" strike="noStrike" cap="small">
                  <a:solidFill>
                    <a:schemeClr val="dk1"/>
                  </a:solidFill>
                  <a:latin typeface="Calibri"/>
                  <a:ea typeface="Calibri"/>
                  <a:cs typeface="Calibri"/>
                  <a:sym typeface="Calibri"/>
                </a:rPr>
                <a:t>.</a:t>
              </a:r>
              <a:endParaRPr/>
            </a:p>
          </p:txBody>
        </p:sp>
      </p:grpSp>
      <p:pic>
        <p:nvPicPr>
          <p:cNvPr id="1097" name="Google Shape;1097;p35" descr="https://pixabay.com/static/uploads/photo/2012/04/24/11/54/car-39596_640.png"/>
          <p:cNvPicPr preferRelativeResize="0"/>
          <p:nvPr/>
        </p:nvPicPr>
        <p:blipFill rotWithShape="1">
          <a:blip r:embed="rId4">
            <a:alphaModFix/>
          </a:blip>
          <a:srcRect/>
          <a:stretch/>
        </p:blipFill>
        <p:spPr>
          <a:xfrm flipH="1">
            <a:off x="5157174" y="2022605"/>
            <a:ext cx="821308" cy="410654"/>
          </a:xfrm>
          <a:prstGeom prst="rect">
            <a:avLst/>
          </a:prstGeom>
          <a:noFill/>
          <a:ln>
            <a:noFill/>
          </a:ln>
        </p:spPr>
      </p:pic>
      <p:pic>
        <p:nvPicPr>
          <p:cNvPr id="1098" name="Google Shape;1098;p35" descr="https://pixabay.com/static/uploads/photo/2012/04/28/18/23/gas-43874_960_720.png"/>
          <p:cNvPicPr preferRelativeResize="0"/>
          <p:nvPr/>
        </p:nvPicPr>
        <p:blipFill rotWithShape="1">
          <a:blip r:embed="rId3">
            <a:alphaModFix/>
          </a:blip>
          <a:srcRect/>
          <a:stretch/>
        </p:blipFill>
        <p:spPr>
          <a:xfrm>
            <a:off x="5191012" y="942485"/>
            <a:ext cx="792088" cy="792088"/>
          </a:xfrm>
          <a:prstGeom prst="rect">
            <a:avLst/>
          </a:prstGeom>
          <a:noFill/>
          <a:ln>
            <a:noFill/>
          </a:ln>
        </p:spPr>
      </p:pic>
      <p:grpSp>
        <p:nvGrpSpPr>
          <p:cNvPr id="1099" name="Google Shape;1099;p35"/>
          <p:cNvGrpSpPr/>
          <p:nvPr/>
        </p:nvGrpSpPr>
        <p:grpSpPr>
          <a:xfrm>
            <a:off x="4999915" y="3056852"/>
            <a:ext cx="1255844" cy="635138"/>
            <a:chOff x="3126803" y="3147717"/>
            <a:chExt cx="1133498" cy="528403"/>
          </a:xfrm>
        </p:grpSpPr>
        <p:grpSp>
          <p:nvGrpSpPr>
            <p:cNvPr id="1100" name="Google Shape;1100;p35"/>
            <p:cNvGrpSpPr/>
            <p:nvPr/>
          </p:nvGrpSpPr>
          <p:grpSpPr>
            <a:xfrm>
              <a:off x="3126803" y="3147717"/>
              <a:ext cx="1133498" cy="528403"/>
              <a:chOff x="443571" y="5463111"/>
              <a:chExt cx="1655794" cy="792163"/>
            </a:xfrm>
          </p:grpSpPr>
          <p:sp>
            <p:nvSpPr>
              <p:cNvPr id="1101" name="Google Shape;1101;p35"/>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02" name="Google Shape;1102;p35"/>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03" name="Google Shape;1103;p35"/>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04" name="Google Shape;1104;p35"/>
              <p:cNvCxnSpPr>
                <a:endCxn id="1101"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105" name="Google Shape;1105;p35"/>
              <p:cNvCxnSpPr>
                <a:stCxn id="1101"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106" name="Google Shape;1106;p35"/>
            <p:cNvSpPr txBox="1"/>
            <p:nvPr/>
          </p:nvSpPr>
          <p:spPr>
            <a:xfrm rot="5400000">
              <a:off x="3660028" y="3026399"/>
              <a:ext cx="286005" cy="914400"/>
            </a:xfrm>
            <a:prstGeom prst="rect">
              <a:avLst/>
            </a:prstGeom>
            <a:noFill/>
            <a:ln>
              <a:noFill/>
            </a:ln>
          </p:spPr>
          <p:txBody>
            <a:bodyPr spcFirstLastPara="1" wrap="square" lIns="91425" tIns="45700" rIns="91425" bIns="45700" anchor="ctr" anchorCtr="0">
              <a:normAutofit lnSpcReduction="10000"/>
            </a:bodyPr>
            <a:lstStyle/>
            <a:p>
              <a:pPr marL="0" marR="0" lvl="0" indent="0" algn="l" rtl="0">
                <a:lnSpc>
                  <a:spcPct val="100000"/>
                </a:lnSpc>
                <a:spcBef>
                  <a:spcPts val="0"/>
                </a:spcBef>
                <a:spcAft>
                  <a:spcPts val="0"/>
                </a:spcAft>
                <a:buClr>
                  <a:schemeClr val="dk1"/>
                </a:buClr>
                <a:buSzPts val="3200"/>
                <a:buFont typeface="Calibri"/>
                <a:buNone/>
              </a:pPr>
              <a:r>
                <a:rPr lang="es-ES" sz="3200" b="1" i="0" u="none" strike="noStrike" cap="small">
                  <a:solidFill>
                    <a:schemeClr val="dk1"/>
                  </a:solidFill>
                  <a:latin typeface="Calibri"/>
                  <a:ea typeface="Calibri"/>
                  <a:cs typeface="Calibri"/>
                  <a:sym typeface="Calibri"/>
                </a:rPr>
                <a:t>..</a:t>
              </a:r>
              <a:endParaRPr/>
            </a:p>
          </p:txBody>
        </p:sp>
      </p:grpSp>
      <p:pic>
        <p:nvPicPr>
          <p:cNvPr id="1107" name="Google Shape;1107;p35" descr="https://pixabay.com/static/uploads/photo/2012/04/24/11/54/car-39596_640.png"/>
          <p:cNvPicPr preferRelativeResize="0"/>
          <p:nvPr/>
        </p:nvPicPr>
        <p:blipFill rotWithShape="1">
          <a:blip r:embed="rId4">
            <a:alphaModFix/>
          </a:blip>
          <a:srcRect/>
          <a:stretch/>
        </p:blipFill>
        <p:spPr>
          <a:xfrm flipH="1">
            <a:off x="5434374" y="2227932"/>
            <a:ext cx="821308" cy="410654"/>
          </a:xfrm>
          <a:prstGeom prst="rect">
            <a:avLst/>
          </a:prstGeom>
          <a:noFill/>
          <a:ln>
            <a:noFill/>
          </a:ln>
        </p:spPr>
      </p:pic>
      <p:pic>
        <p:nvPicPr>
          <p:cNvPr id="1108" name="Google Shape;1108;p35" descr="https://pixabay.com/static/uploads/photo/2012/04/24/11/54/car-39596_640.png"/>
          <p:cNvPicPr preferRelativeResize="0"/>
          <p:nvPr/>
        </p:nvPicPr>
        <p:blipFill rotWithShape="1">
          <a:blip r:embed="rId4">
            <a:alphaModFix/>
          </a:blip>
          <a:srcRect/>
          <a:stretch/>
        </p:blipFill>
        <p:spPr>
          <a:xfrm flipH="1">
            <a:off x="9742986" y="1994186"/>
            <a:ext cx="821308" cy="410654"/>
          </a:xfrm>
          <a:prstGeom prst="rect">
            <a:avLst/>
          </a:prstGeom>
          <a:noFill/>
          <a:ln>
            <a:noFill/>
          </a:ln>
        </p:spPr>
      </p:pic>
      <p:pic>
        <p:nvPicPr>
          <p:cNvPr id="1109" name="Google Shape;1109;p35" descr="https://pixabay.com/static/uploads/photo/2012/04/28/18/23/gas-43874_960_720.png"/>
          <p:cNvPicPr preferRelativeResize="0"/>
          <p:nvPr/>
        </p:nvPicPr>
        <p:blipFill rotWithShape="1">
          <a:blip r:embed="rId3">
            <a:alphaModFix/>
          </a:blip>
          <a:srcRect/>
          <a:stretch/>
        </p:blipFill>
        <p:spPr>
          <a:xfrm>
            <a:off x="9776824" y="914066"/>
            <a:ext cx="792088" cy="792088"/>
          </a:xfrm>
          <a:prstGeom prst="rect">
            <a:avLst/>
          </a:prstGeom>
          <a:noFill/>
          <a:ln>
            <a:noFill/>
          </a:ln>
        </p:spPr>
      </p:pic>
      <p:pic>
        <p:nvPicPr>
          <p:cNvPr id="1110" name="Google Shape;1110;p35" descr="https://pixabay.com/static/uploads/photo/2012/04/28/18/23/gas-43874_960_720.png"/>
          <p:cNvPicPr preferRelativeResize="0"/>
          <p:nvPr/>
        </p:nvPicPr>
        <p:blipFill rotWithShape="1">
          <a:blip r:embed="rId3">
            <a:alphaModFix/>
          </a:blip>
          <a:srcRect/>
          <a:stretch/>
        </p:blipFill>
        <p:spPr>
          <a:xfrm>
            <a:off x="7248906" y="996598"/>
            <a:ext cx="792088" cy="792088"/>
          </a:xfrm>
          <a:prstGeom prst="rect">
            <a:avLst/>
          </a:prstGeom>
          <a:noFill/>
          <a:ln>
            <a:noFill/>
          </a:ln>
        </p:spPr>
      </p:pic>
      <p:sp>
        <p:nvSpPr>
          <p:cNvPr id="1111" name="Google Shape;1111;p35"/>
          <p:cNvSpPr txBox="1"/>
          <p:nvPr/>
        </p:nvSpPr>
        <p:spPr>
          <a:xfrm>
            <a:off x="1083428" y="3980018"/>
            <a:ext cx="1363424" cy="366701"/>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ct val="100000"/>
              <a:buFont typeface="Calibri"/>
              <a:buNone/>
            </a:pPr>
            <a:r>
              <a:rPr lang="es-ES" sz="1600" b="0" i="0" u="none" strike="noStrike" cap="small">
                <a:solidFill>
                  <a:schemeClr val="dk1"/>
                </a:solidFill>
                <a:latin typeface="Calibri"/>
                <a:ea typeface="Calibri"/>
                <a:cs typeface="Calibri"/>
                <a:sym typeface="Calibri"/>
              </a:rPr>
              <a:t>Surtidor </a:t>
            </a:r>
            <a:r>
              <a:rPr lang="es-ES" sz="1500" b="0" i="0" u="none" strike="noStrike" cap="small">
                <a:solidFill>
                  <a:schemeClr val="dk1"/>
                </a:solidFill>
                <a:latin typeface="Calibri"/>
                <a:ea typeface="Calibri"/>
                <a:cs typeface="Calibri"/>
                <a:sym typeface="Calibri"/>
              </a:rPr>
              <a:t>Libre</a:t>
            </a:r>
            <a:endParaRPr sz="1600" b="0" i="0" u="none" strike="noStrike" cap="small">
              <a:solidFill>
                <a:schemeClr val="dk1"/>
              </a:solidFill>
              <a:latin typeface="Calibri"/>
              <a:ea typeface="Calibri"/>
              <a:cs typeface="Calibri"/>
              <a:sym typeface="Calibri"/>
            </a:endParaRPr>
          </a:p>
        </p:txBody>
      </p:sp>
      <p:sp>
        <p:nvSpPr>
          <p:cNvPr id="1112" name="Google Shape;1112;p35"/>
          <p:cNvSpPr txBox="1"/>
          <p:nvPr/>
        </p:nvSpPr>
        <p:spPr>
          <a:xfrm>
            <a:off x="3006914" y="3964148"/>
            <a:ext cx="1363424" cy="36670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100000"/>
              </a:lnSpc>
              <a:spcBef>
                <a:spcPts val="0"/>
              </a:spcBef>
              <a:spcAft>
                <a:spcPts val="0"/>
              </a:spcAft>
              <a:buClr>
                <a:schemeClr val="dk1"/>
              </a:buClr>
              <a:buSzPct val="100000"/>
              <a:buFont typeface="Calibri"/>
              <a:buNone/>
            </a:pPr>
            <a:r>
              <a:rPr lang="es-ES" sz="1600" b="0" i="0" u="none" strike="noStrike" cap="small">
                <a:solidFill>
                  <a:schemeClr val="dk1"/>
                </a:solidFill>
                <a:latin typeface="Calibri"/>
                <a:ea typeface="Calibri"/>
                <a:cs typeface="Calibri"/>
                <a:sym typeface="Calibri"/>
              </a:rPr>
              <a:t>Surtidor Ocupado</a:t>
            </a:r>
            <a:endParaRPr/>
          </a:p>
        </p:txBody>
      </p:sp>
      <p:sp>
        <p:nvSpPr>
          <p:cNvPr id="1113" name="Google Shape;1113;p35"/>
          <p:cNvSpPr txBox="1"/>
          <p:nvPr/>
        </p:nvSpPr>
        <p:spPr>
          <a:xfrm>
            <a:off x="4892257" y="3964147"/>
            <a:ext cx="1363425" cy="49231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400"/>
              <a:buFont typeface="Calibri"/>
              <a:buNone/>
            </a:pPr>
            <a:r>
              <a:rPr lang="es-ES" sz="1400" b="0" i="0" u="none" strike="noStrike" cap="small">
                <a:solidFill>
                  <a:schemeClr val="dk1"/>
                </a:solidFill>
                <a:latin typeface="Calibri"/>
                <a:ea typeface="Calibri"/>
                <a:cs typeface="Calibri"/>
                <a:sym typeface="Calibri"/>
              </a:rPr>
              <a:t>Surtidor Ocupado</a:t>
            </a:r>
            <a:endParaRPr/>
          </a:p>
          <a:p>
            <a:pPr marL="0" marR="0" lvl="0" indent="0" algn="l" rtl="0">
              <a:lnSpc>
                <a:spcPct val="100000"/>
              </a:lnSpc>
              <a:spcBef>
                <a:spcPts val="0"/>
              </a:spcBef>
              <a:spcAft>
                <a:spcPts val="0"/>
              </a:spcAft>
              <a:buClr>
                <a:schemeClr val="dk1"/>
              </a:buClr>
              <a:buSzPts val="1400"/>
              <a:buFont typeface="Calibri"/>
              <a:buNone/>
            </a:pPr>
            <a:r>
              <a:rPr lang="es-ES" sz="1400" cap="small">
                <a:solidFill>
                  <a:schemeClr val="dk1"/>
                </a:solidFill>
                <a:latin typeface="Calibri"/>
                <a:ea typeface="Calibri"/>
                <a:cs typeface="Calibri"/>
                <a:sym typeface="Calibri"/>
              </a:rPr>
              <a:t>Sin restricciones </a:t>
            </a:r>
            <a:endParaRPr sz="1400" b="0" i="0" u="none" strike="noStrike" cap="small">
              <a:solidFill>
                <a:schemeClr val="dk1"/>
              </a:solidFill>
              <a:latin typeface="Calibri"/>
              <a:ea typeface="Calibri"/>
              <a:cs typeface="Calibri"/>
              <a:sym typeface="Calibri"/>
            </a:endParaRPr>
          </a:p>
        </p:txBody>
      </p:sp>
      <p:sp>
        <p:nvSpPr>
          <p:cNvPr id="1114" name="Google Shape;1114;p35"/>
          <p:cNvSpPr txBox="1"/>
          <p:nvPr/>
        </p:nvSpPr>
        <p:spPr>
          <a:xfrm>
            <a:off x="9320180" y="4380802"/>
            <a:ext cx="1515406" cy="664677"/>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l" rtl="0">
              <a:lnSpc>
                <a:spcPct val="100000"/>
              </a:lnSpc>
              <a:spcBef>
                <a:spcPts val="0"/>
              </a:spcBef>
              <a:spcAft>
                <a:spcPts val="0"/>
              </a:spcAft>
              <a:buClr>
                <a:schemeClr val="dk1"/>
              </a:buClr>
              <a:buSzPts val="1600"/>
              <a:buFont typeface="Calibri"/>
              <a:buNone/>
            </a:pPr>
            <a:r>
              <a:rPr lang="es-ES" sz="1600" b="0" i="0" u="none" strike="noStrike" cap="small">
                <a:solidFill>
                  <a:schemeClr val="dk1"/>
                </a:solidFill>
                <a:latin typeface="Calibri"/>
                <a:ea typeface="Calibri"/>
                <a:cs typeface="Calibri"/>
                <a:sym typeface="Calibri"/>
              </a:rPr>
              <a:t>Surtidor </a:t>
            </a:r>
            <a:r>
              <a:rPr lang="es-ES" sz="1500" b="0" i="0" u="none" strike="noStrike" cap="small">
                <a:solidFill>
                  <a:schemeClr val="dk1"/>
                </a:solidFill>
                <a:latin typeface="Calibri"/>
                <a:ea typeface="Calibri"/>
                <a:cs typeface="Calibri"/>
                <a:sym typeface="Calibri"/>
              </a:rPr>
              <a:t>Ocu</a:t>
            </a:r>
            <a:r>
              <a:rPr lang="es-ES" sz="1500" cap="small">
                <a:solidFill>
                  <a:schemeClr val="dk1"/>
                </a:solidFill>
                <a:latin typeface="Calibri"/>
                <a:ea typeface="Calibri"/>
                <a:cs typeface="Calibri"/>
                <a:sym typeface="Calibri"/>
              </a:rPr>
              <a:t>pado</a:t>
            </a:r>
            <a:endParaRPr sz="1500" b="0" i="0" u="none" strike="noStrike" cap="small">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500"/>
              <a:buFont typeface="Calibri"/>
              <a:buNone/>
            </a:pPr>
            <a:r>
              <a:rPr lang="es-ES" sz="1500" b="0" i="0" u="none" strike="noStrike" cap="small">
                <a:solidFill>
                  <a:schemeClr val="dk1"/>
                </a:solidFill>
                <a:latin typeface="Calibri"/>
                <a:ea typeface="Calibri"/>
                <a:cs typeface="Calibri"/>
                <a:sym typeface="Calibri"/>
              </a:rPr>
              <a:t>con restricción de un auto </a:t>
            </a:r>
            <a:endParaRPr sz="1600" b="0" i="0" u="none" strike="noStrike" cap="small">
              <a:solidFill>
                <a:schemeClr val="dk1"/>
              </a:solidFill>
              <a:latin typeface="Calibri"/>
              <a:ea typeface="Calibri"/>
              <a:cs typeface="Calibri"/>
              <a:sym typeface="Calibri"/>
            </a:endParaRPr>
          </a:p>
        </p:txBody>
      </p:sp>
      <p:sp>
        <p:nvSpPr>
          <p:cNvPr id="1115" name="Google Shape;1115;p35"/>
          <p:cNvSpPr txBox="1"/>
          <p:nvPr/>
        </p:nvSpPr>
        <p:spPr>
          <a:xfrm>
            <a:off x="6808190" y="4338566"/>
            <a:ext cx="1515406" cy="664677"/>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l" rtl="0">
              <a:lnSpc>
                <a:spcPct val="100000"/>
              </a:lnSpc>
              <a:spcBef>
                <a:spcPts val="0"/>
              </a:spcBef>
              <a:spcAft>
                <a:spcPts val="0"/>
              </a:spcAft>
              <a:buClr>
                <a:schemeClr val="dk1"/>
              </a:buClr>
              <a:buSzPts val="1600"/>
              <a:buFont typeface="Calibri"/>
              <a:buNone/>
            </a:pPr>
            <a:r>
              <a:rPr lang="es-ES" sz="1600" b="0" i="0" u="none" strike="noStrike" cap="small">
                <a:solidFill>
                  <a:schemeClr val="dk1"/>
                </a:solidFill>
                <a:latin typeface="Calibri"/>
                <a:ea typeface="Calibri"/>
                <a:cs typeface="Calibri"/>
                <a:sym typeface="Calibri"/>
              </a:rPr>
              <a:t>Surtidor </a:t>
            </a:r>
            <a:r>
              <a:rPr lang="es-ES" sz="1500" b="0" i="0" u="none" strike="noStrike" cap="small">
                <a:solidFill>
                  <a:schemeClr val="dk1"/>
                </a:solidFill>
                <a:latin typeface="Calibri"/>
                <a:ea typeface="Calibri"/>
                <a:cs typeface="Calibri"/>
                <a:sym typeface="Calibri"/>
              </a:rPr>
              <a:t>Libre </a:t>
            </a:r>
            <a:endParaRPr/>
          </a:p>
          <a:p>
            <a:pPr marL="0" marR="0" lvl="0" indent="0" algn="l" rtl="0">
              <a:lnSpc>
                <a:spcPct val="100000"/>
              </a:lnSpc>
              <a:spcBef>
                <a:spcPts val="0"/>
              </a:spcBef>
              <a:spcAft>
                <a:spcPts val="0"/>
              </a:spcAft>
              <a:buClr>
                <a:schemeClr val="dk1"/>
              </a:buClr>
              <a:buSzPts val="1500"/>
              <a:buFont typeface="Calibri"/>
              <a:buNone/>
            </a:pPr>
            <a:r>
              <a:rPr lang="es-ES" sz="1500" b="0" i="0" u="none" strike="noStrike" cap="small">
                <a:solidFill>
                  <a:schemeClr val="dk1"/>
                </a:solidFill>
                <a:latin typeface="Calibri"/>
                <a:ea typeface="Calibri"/>
                <a:cs typeface="Calibri"/>
                <a:sym typeface="Calibri"/>
              </a:rPr>
              <a:t>con restricción de un auto </a:t>
            </a:r>
            <a:endParaRPr sz="1600" b="0" i="0" u="none" strike="noStrike" cap="small">
              <a:solidFill>
                <a:schemeClr val="dk1"/>
              </a:solidFill>
              <a:latin typeface="Calibri"/>
              <a:ea typeface="Calibri"/>
              <a:cs typeface="Calibri"/>
              <a:sym typeface="Calibri"/>
            </a:endParaRPr>
          </a:p>
        </p:txBody>
      </p:sp>
      <p:grpSp>
        <p:nvGrpSpPr>
          <p:cNvPr id="1116" name="Google Shape;1116;p35"/>
          <p:cNvGrpSpPr/>
          <p:nvPr/>
        </p:nvGrpSpPr>
        <p:grpSpPr>
          <a:xfrm>
            <a:off x="7036909" y="3163587"/>
            <a:ext cx="1138478" cy="1109467"/>
            <a:chOff x="7036909" y="3163587"/>
            <a:chExt cx="1138478" cy="1109467"/>
          </a:xfrm>
        </p:grpSpPr>
        <p:grpSp>
          <p:nvGrpSpPr>
            <p:cNvPr id="1117" name="Google Shape;1117;p35"/>
            <p:cNvGrpSpPr/>
            <p:nvPr/>
          </p:nvGrpSpPr>
          <p:grpSpPr>
            <a:xfrm>
              <a:off x="7041889" y="3163587"/>
              <a:ext cx="1133498" cy="528403"/>
              <a:chOff x="443571" y="5463111"/>
              <a:chExt cx="1655794" cy="792163"/>
            </a:xfrm>
          </p:grpSpPr>
          <p:sp>
            <p:nvSpPr>
              <p:cNvPr id="1118" name="Google Shape;1118;p35"/>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19" name="Google Shape;1119;p35"/>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20" name="Google Shape;1120;p35"/>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21" name="Google Shape;1121;p35"/>
              <p:cNvCxnSpPr>
                <a:endCxn id="1118"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122" name="Google Shape;1122;p35"/>
              <p:cNvCxnSpPr>
                <a:stCxn id="1118"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123" name="Google Shape;1123;p35"/>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4" name="Google Shape;1124;p35"/>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125" name="Google Shape;1125;p35"/>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126" name="Google Shape;1126;p35"/>
            <p:cNvCxnSpPr>
              <a:stCxn id="1123"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grpSp>
        <p:nvGrpSpPr>
          <p:cNvPr id="1127" name="Google Shape;1127;p35"/>
          <p:cNvGrpSpPr/>
          <p:nvPr/>
        </p:nvGrpSpPr>
        <p:grpSpPr>
          <a:xfrm>
            <a:off x="9606154" y="3104879"/>
            <a:ext cx="1133498" cy="1017823"/>
            <a:chOff x="9606154" y="3104879"/>
            <a:chExt cx="1133498" cy="1017823"/>
          </a:xfrm>
        </p:grpSpPr>
        <p:grpSp>
          <p:nvGrpSpPr>
            <p:cNvPr id="1128" name="Google Shape;1128;p35"/>
            <p:cNvGrpSpPr/>
            <p:nvPr/>
          </p:nvGrpSpPr>
          <p:grpSpPr>
            <a:xfrm>
              <a:off x="9606154" y="3104879"/>
              <a:ext cx="1133498" cy="528403"/>
              <a:chOff x="3126803" y="3147717"/>
              <a:chExt cx="1133498" cy="528403"/>
            </a:xfrm>
          </p:grpSpPr>
          <p:grpSp>
            <p:nvGrpSpPr>
              <p:cNvPr id="1129" name="Google Shape;1129;p35"/>
              <p:cNvGrpSpPr/>
              <p:nvPr/>
            </p:nvGrpSpPr>
            <p:grpSpPr>
              <a:xfrm>
                <a:off x="3126803" y="3147717"/>
                <a:ext cx="1133498" cy="528403"/>
                <a:chOff x="443571" y="5463111"/>
                <a:chExt cx="1655794" cy="792163"/>
              </a:xfrm>
            </p:grpSpPr>
            <p:sp>
              <p:nvSpPr>
                <p:cNvPr id="1130" name="Google Shape;1130;p35"/>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31" name="Google Shape;1131;p35"/>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32" name="Google Shape;1132;p35"/>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33" name="Google Shape;1133;p35"/>
                <p:cNvCxnSpPr>
                  <a:endCxn id="1130"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134" name="Google Shape;1134;p35"/>
                <p:cNvCxnSpPr>
                  <a:stCxn id="1130"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135" name="Google Shape;1135;p35"/>
              <p:cNvSpPr txBox="1"/>
              <p:nvPr/>
            </p:nvSpPr>
            <p:spPr>
              <a:xfrm rot="5400000">
                <a:off x="3660028" y="3026399"/>
                <a:ext cx="286005"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200"/>
                  <a:buFont typeface="Calibri"/>
                  <a:buNone/>
                </a:pPr>
                <a:r>
                  <a:rPr lang="es-ES" sz="3200" b="1" i="0" u="none" strike="noStrike" cap="small">
                    <a:solidFill>
                      <a:schemeClr val="dk1"/>
                    </a:solidFill>
                    <a:latin typeface="Calibri"/>
                    <a:ea typeface="Calibri"/>
                    <a:cs typeface="Calibri"/>
                    <a:sym typeface="Calibri"/>
                  </a:rPr>
                  <a:t>.</a:t>
                </a:r>
                <a:endParaRPr/>
              </a:p>
            </p:txBody>
          </p:sp>
        </p:grpSp>
        <p:sp>
          <p:nvSpPr>
            <p:cNvPr id="1136" name="Google Shape;1136;p35"/>
            <p:cNvSpPr/>
            <p:nvPr/>
          </p:nvSpPr>
          <p:spPr>
            <a:xfrm>
              <a:off x="10034595" y="381192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37" name="Google Shape;1137;p35"/>
            <p:cNvCxnSpPr/>
            <p:nvPr/>
          </p:nvCxnSpPr>
          <p:spPr>
            <a:xfrm flipH="1">
              <a:off x="10275189" y="343115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138" name="Google Shape;1138;p35"/>
            <p:cNvCxnSpPr>
              <a:stCxn id="1136" idx="1"/>
            </p:cNvCxnSpPr>
            <p:nvPr/>
          </p:nvCxnSpPr>
          <p:spPr>
            <a:xfrm rot="10800000">
              <a:off x="9615582" y="3442537"/>
              <a:ext cx="462300" cy="414900"/>
            </a:xfrm>
            <a:prstGeom prst="straightConnector1">
              <a:avLst/>
            </a:prstGeom>
            <a:noFill/>
            <a:ln w="9525" cap="flat" cmpd="sng">
              <a:solidFill>
                <a:schemeClr val="dk1"/>
              </a:solidFill>
              <a:prstDash val="solid"/>
              <a:round/>
              <a:headEnd type="none" w="sm" len="sm"/>
              <a:tailEnd type="triangl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36"/>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1144" name="Google Shape;1144;p36"/>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34</a:t>
            </a:fld>
            <a:endParaRPr/>
          </a:p>
        </p:txBody>
      </p:sp>
      <p:pic>
        <p:nvPicPr>
          <p:cNvPr id="1145" name="Google Shape;1145;p36" descr="https://pixabay.com/static/uploads/photo/2012/04/28/18/23/gas-43874_960_720.png"/>
          <p:cNvPicPr preferRelativeResize="0"/>
          <p:nvPr/>
        </p:nvPicPr>
        <p:blipFill rotWithShape="1">
          <a:blip r:embed="rId3">
            <a:alphaModFix/>
          </a:blip>
          <a:srcRect/>
          <a:stretch/>
        </p:blipFill>
        <p:spPr>
          <a:xfrm>
            <a:off x="4805588" y="1473364"/>
            <a:ext cx="792088" cy="792088"/>
          </a:xfrm>
          <a:prstGeom prst="rect">
            <a:avLst/>
          </a:prstGeom>
          <a:noFill/>
          <a:ln>
            <a:noFill/>
          </a:ln>
        </p:spPr>
      </p:pic>
      <p:pic>
        <p:nvPicPr>
          <p:cNvPr id="1146" name="Google Shape;1146;p36" descr="https://pixabay.com/static/uploads/photo/2012/04/28/18/23/gas-43874_960_720.png"/>
          <p:cNvPicPr preferRelativeResize="0"/>
          <p:nvPr/>
        </p:nvPicPr>
        <p:blipFill rotWithShape="1">
          <a:blip r:embed="rId3">
            <a:alphaModFix/>
          </a:blip>
          <a:srcRect/>
          <a:stretch/>
        </p:blipFill>
        <p:spPr>
          <a:xfrm>
            <a:off x="4805588" y="3029904"/>
            <a:ext cx="792088" cy="792088"/>
          </a:xfrm>
          <a:prstGeom prst="rect">
            <a:avLst/>
          </a:prstGeom>
          <a:noFill/>
          <a:ln>
            <a:noFill/>
          </a:ln>
        </p:spPr>
      </p:pic>
      <p:pic>
        <p:nvPicPr>
          <p:cNvPr id="1147" name="Google Shape;1147;p36" descr="https://pixabay.com/static/uploads/photo/2012/04/28/18/23/gas-43874_960_720.png"/>
          <p:cNvPicPr preferRelativeResize="0"/>
          <p:nvPr/>
        </p:nvPicPr>
        <p:blipFill rotWithShape="1">
          <a:blip r:embed="rId3">
            <a:alphaModFix/>
          </a:blip>
          <a:srcRect/>
          <a:stretch/>
        </p:blipFill>
        <p:spPr>
          <a:xfrm>
            <a:off x="4776287" y="4805328"/>
            <a:ext cx="792088" cy="792088"/>
          </a:xfrm>
          <a:prstGeom prst="rect">
            <a:avLst/>
          </a:prstGeom>
          <a:noFill/>
          <a:ln>
            <a:noFill/>
          </a:ln>
        </p:spPr>
      </p:pic>
      <p:sp>
        <p:nvSpPr>
          <p:cNvPr id="1148" name="Google Shape;1148;p36" descr="Resultado de imagen para simbolo de caja"/>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149" name="Google Shape;1149;p36" descr="http://image.shutterstock.com/display_pic_with_logo/169/169,1184230450,18/stock-vector-cash-register-machine-symbol-3815086.jpg"/>
          <p:cNvPicPr preferRelativeResize="0"/>
          <p:nvPr/>
        </p:nvPicPr>
        <p:blipFill rotWithShape="1">
          <a:blip r:embed="rId4">
            <a:alphaModFix/>
          </a:blip>
          <a:srcRect/>
          <a:stretch/>
        </p:blipFill>
        <p:spPr>
          <a:xfrm>
            <a:off x="9055657" y="1543478"/>
            <a:ext cx="896054" cy="935879"/>
          </a:xfrm>
          <a:prstGeom prst="rect">
            <a:avLst/>
          </a:prstGeom>
          <a:noFill/>
          <a:ln>
            <a:noFill/>
          </a:ln>
        </p:spPr>
      </p:pic>
      <p:pic>
        <p:nvPicPr>
          <p:cNvPr id="1150" name="Google Shape;1150;p36" descr="https://pixabay.com/static/uploads/photo/2012/04/24/11/54/car-39596_640.png"/>
          <p:cNvPicPr preferRelativeResize="0"/>
          <p:nvPr/>
        </p:nvPicPr>
        <p:blipFill rotWithShape="1">
          <a:blip r:embed="rId5">
            <a:alphaModFix/>
          </a:blip>
          <a:srcRect/>
          <a:stretch/>
        </p:blipFill>
        <p:spPr>
          <a:xfrm flipH="1">
            <a:off x="4845952" y="2468048"/>
            <a:ext cx="821308" cy="410654"/>
          </a:xfrm>
          <a:prstGeom prst="rect">
            <a:avLst/>
          </a:prstGeom>
          <a:noFill/>
          <a:ln>
            <a:noFill/>
          </a:ln>
        </p:spPr>
      </p:pic>
      <p:pic>
        <p:nvPicPr>
          <p:cNvPr id="1151" name="Google Shape;1151;p36" descr="https://pixabay.com/static/uploads/photo/2012/04/24/11/54/car-39596_640.png"/>
          <p:cNvPicPr preferRelativeResize="0"/>
          <p:nvPr/>
        </p:nvPicPr>
        <p:blipFill rotWithShape="1">
          <a:blip r:embed="rId5">
            <a:alphaModFix/>
          </a:blip>
          <a:srcRect/>
          <a:stretch/>
        </p:blipFill>
        <p:spPr>
          <a:xfrm flipH="1">
            <a:off x="4776368" y="4304069"/>
            <a:ext cx="821308" cy="410654"/>
          </a:xfrm>
          <a:prstGeom prst="rect">
            <a:avLst/>
          </a:prstGeom>
          <a:noFill/>
          <a:ln>
            <a:noFill/>
          </a:ln>
        </p:spPr>
      </p:pic>
      <p:pic>
        <p:nvPicPr>
          <p:cNvPr id="1152" name="Google Shape;1152;p36" descr="https://pixabay.com/static/uploads/photo/2012/04/24/11/54/car-39596_640.png"/>
          <p:cNvPicPr preferRelativeResize="0"/>
          <p:nvPr/>
        </p:nvPicPr>
        <p:blipFill rotWithShape="1">
          <a:blip r:embed="rId5">
            <a:alphaModFix/>
          </a:blip>
          <a:srcRect/>
          <a:stretch/>
        </p:blipFill>
        <p:spPr>
          <a:xfrm flipH="1">
            <a:off x="4790138" y="5732821"/>
            <a:ext cx="821308" cy="410654"/>
          </a:xfrm>
          <a:prstGeom prst="rect">
            <a:avLst/>
          </a:prstGeom>
          <a:noFill/>
          <a:ln>
            <a:noFill/>
          </a:ln>
        </p:spPr>
      </p:pic>
      <p:pic>
        <p:nvPicPr>
          <p:cNvPr id="1153" name="Google Shape;1153;p36" descr="https://pixabay.com/static/uploads/photo/2012/04/24/11/54/car-39596_640.png"/>
          <p:cNvPicPr preferRelativeResize="0"/>
          <p:nvPr/>
        </p:nvPicPr>
        <p:blipFill rotWithShape="1">
          <a:blip r:embed="rId5">
            <a:alphaModFix/>
          </a:blip>
          <a:srcRect/>
          <a:stretch/>
        </p:blipFill>
        <p:spPr>
          <a:xfrm flipH="1">
            <a:off x="2146214" y="3450657"/>
            <a:ext cx="821308" cy="410654"/>
          </a:xfrm>
          <a:prstGeom prst="rect">
            <a:avLst/>
          </a:prstGeom>
          <a:noFill/>
          <a:ln>
            <a:noFill/>
          </a:ln>
        </p:spPr>
      </p:pic>
      <p:pic>
        <p:nvPicPr>
          <p:cNvPr id="1154" name="Google Shape;1154;p36" descr="https://pixabay.com/static/uploads/photo/2012/04/24/11/54/car-39596_640.png"/>
          <p:cNvPicPr preferRelativeResize="0"/>
          <p:nvPr/>
        </p:nvPicPr>
        <p:blipFill rotWithShape="1">
          <a:blip r:embed="rId5">
            <a:alphaModFix/>
          </a:blip>
          <a:srcRect/>
          <a:stretch/>
        </p:blipFill>
        <p:spPr>
          <a:xfrm flipH="1">
            <a:off x="2107023" y="4511430"/>
            <a:ext cx="821308" cy="410654"/>
          </a:xfrm>
          <a:prstGeom prst="rect">
            <a:avLst/>
          </a:prstGeom>
          <a:noFill/>
          <a:ln>
            <a:noFill/>
          </a:ln>
        </p:spPr>
      </p:pic>
      <p:pic>
        <p:nvPicPr>
          <p:cNvPr id="1155" name="Google Shape;1155;p36" descr="https://pixabay.com/static/uploads/photo/2012/04/24/11/54/car-39596_640.png"/>
          <p:cNvPicPr preferRelativeResize="0"/>
          <p:nvPr/>
        </p:nvPicPr>
        <p:blipFill rotWithShape="1">
          <a:blip r:embed="rId5">
            <a:alphaModFix/>
          </a:blip>
          <a:srcRect/>
          <a:stretch/>
        </p:blipFill>
        <p:spPr>
          <a:xfrm flipH="1">
            <a:off x="9108993" y="2631087"/>
            <a:ext cx="821308" cy="410654"/>
          </a:xfrm>
          <a:prstGeom prst="rect">
            <a:avLst/>
          </a:prstGeom>
          <a:noFill/>
          <a:ln>
            <a:noFill/>
          </a:ln>
        </p:spPr>
      </p:pic>
      <p:pic>
        <p:nvPicPr>
          <p:cNvPr id="1156" name="Google Shape;1156;p36" descr="https://pixabay.com/static/uploads/photo/2012/04/24/11/54/car-39596_640.png"/>
          <p:cNvPicPr preferRelativeResize="0"/>
          <p:nvPr/>
        </p:nvPicPr>
        <p:blipFill rotWithShape="1">
          <a:blip r:embed="rId5">
            <a:alphaModFix/>
          </a:blip>
          <a:srcRect/>
          <a:stretch/>
        </p:blipFill>
        <p:spPr>
          <a:xfrm flipH="1">
            <a:off x="7378025" y="3029904"/>
            <a:ext cx="821308" cy="410654"/>
          </a:xfrm>
          <a:prstGeom prst="rect">
            <a:avLst/>
          </a:prstGeom>
          <a:noFill/>
          <a:ln>
            <a:noFill/>
          </a:ln>
        </p:spPr>
      </p:pic>
      <p:pic>
        <p:nvPicPr>
          <p:cNvPr id="1157" name="Google Shape;1157;p36" descr="https://pixabay.com/static/uploads/photo/2012/04/24/11/54/car-39596_640.png"/>
          <p:cNvPicPr preferRelativeResize="0"/>
          <p:nvPr/>
        </p:nvPicPr>
        <p:blipFill rotWithShape="1">
          <a:blip r:embed="rId5">
            <a:alphaModFix/>
          </a:blip>
          <a:srcRect/>
          <a:stretch/>
        </p:blipFill>
        <p:spPr>
          <a:xfrm flipH="1">
            <a:off x="7378025" y="2473772"/>
            <a:ext cx="821308" cy="410654"/>
          </a:xfrm>
          <a:prstGeom prst="rect">
            <a:avLst/>
          </a:prstGeom>
          <a:noFill/>
          <a:ln>
            <a:noFill/>
          </a:ln>
        </p:spPr>
      </p:pic>
      <p:pic>
        <p:nvPicPr>
          <p:cNvPr id="1158" name="Google Shape;1158;p36" descr="https://pixabay.com/static/uploads/photo/2012/04/24/11/54/car-39596_640.png"/>
          <p:cNvPicPr preferRelativeResize="0"/>
          <p:nvPr/>
        </p:nvPicPr>
        <p:blipFill rotWithShape="1">
          <a:blip r:embed="rId5">
            <a:alphaModFix/>
          </a:blip>
          <a:srcRect/>
          <a:stretch/>
        </p:blipFill>
        <p:spPr>
          <a:xfrm flipH="1">
            <a:off x="2137708" y="2849286"/>
            <a:ext cx="821308" cy="410654"/>
          </a:xfrm>
          <a:prstGeom prst="rect">
            <a:avLst/>
          </a:prstGeom>
          <a:noFill/>
          <a:ln>
            <a:noFill/>
          </a:ln>
        </p:spPr>
      </p:pic>
      <p:pic>
        <p:nvPicPr>
          <p:cNvPr id="1159" name="Google Shape;1159;p36" descr="https://pixabay.com/static/uploads/photo/2012/04/24/11/54/car-39596_640.png"/>
          <p:cNvPicPr preferRelativeResize="0"/>
          <p:nvPr/>
        </p:nvPicPr>
        <p:blipFill rotWithShape="1">
          <a:blip r:embed="rId5">
            <a:alphaModFix/>
          </a:blip>
          <a:srcRect/>
          <a:stretch/>
        </p:blipFill>
        <p:spPr>
          <a:xfrm flipH="1">
            <a:off x="2107023" y="4009684"/>
            <a:ext cx="821308" cy="410654"/>
          </a:xfrm>
          <a:prstGeom prst="rect">
            <a:avLst/>
          </a:prstGeom>
          <a:noFill/>
          <a:ln>
            <a:noFill/>
          </a:ln>
        </p:spPr>
      </p:pic>
      <p:pic>
        <p:nvPicPr>
          <p:cNvPr id="1160" name="Google Shape;1160;p36" descr="https://pixabay.com/static/uploads/photo/2012/04/24/11/54/car-39596_640.png"/>
          <p:cNvPicPr preferRelativeResize="0"/>
          <p:nvPr/>
        </p:nvPicPr>
        <p:blipFill rotWithShape="1">
          <a:blip r:embed="rId5">
            <a:alphaModFix/>
          </a:blip>
          <a:srcRect/>
          <a:stretch/>
        </p:blipFill>
        <p:spPr>
          <a:xfrm flipH="1">
            <a:off x="2107023" y="2361395"/>
            <a:ext cx="821308" cy="410654"/>
          </a:xfrm>
          <a:prstGeom prst="rect">
            <a:avLst/>
          </a:prstGeom>
          <a:noFill/>
          <a:ln>
            <a:noFill/>
          </a:ln>
        </p:spPr>
      </p:pic>
      <p:sp>
        <p:nvSpPr>
          <p:cNvPr id="1161" name="Google Shape;1161;p36"/>
          <p:cNvSpPr/>
          <p:nvPr/>
        </p:nvSpPr>
        <p:spPr>
          <a:xfrm>
            <a:off x="3116996" y="2254767"/>
            <a:ext cx="242700" cy="2758409"/>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162" name="Google Shape;1162;p36" descr="https://pixabay.com/static/uploads/photo/2012/04/24/11/54/car-39596_640.png"/>
          <p:cNvPicPr preferRelativeResize="0"/>
          <p:nvPr/>
        </p:nvPicPr>
        <p:blipFill rotWithShape="1">
          <a:blip r:embed="rId5">
            <a:alphaModFix/>
          </a:blip>
          <a:srcRect/>
          <a:stretch/>
        </p:blipFill>
        <p:spPr>
          <a:xfrm flipH="1">
            <a:off x="7367463" y="4172352"/>
            <a:ext cx="821308" cy="410654"/>
          </a:xfrm>
          <a:prstGeom prst="rect">
            <a:avLst/>
          </a:prstGeom>
          <a:noFill/>
          <a:ln>
            <a:noFill/>
          </a:ln>
        </p:spPr>
      </p:pic>
      <p:cxnSp>
        <p:nvCxnSpPr>
          <p:cNvPr id="1163" name="Google Shape;1163;p36"/>
          <p:cNvCxnSpPr/>
          <p:nvPr/>
        </p:nvCxnSpPr>
        <p:spPr>
          <a:xfrm rot="10800000" flipH="1">
            <a:off x="3440271" y="2772049"/>
            <a:ext cx="1336016" cy="816377"/>
          </a:xfrm>
          <a:prstGeom prst="straightConnector1">
            <a:avLst/>
          </a:prstGeom>
          <a:noFill/>
          <a:ln w="9525" cap="flat" cmpd="sng">
            <a:solidFill>
              <a:schemeClr val="accent1"/>
            </a:solidFill>
            <a:prstDash val="solid"/>
            <a:round/>
            <a:headEnd type="none" w="sm" len="sm"/>
            <a:tailEnd type="triangle" w="med" len="med"/>
          </a:ln>
        </p:spPr>
      </p:cxnSp>
      <p:pic>
        <p:nvPicPr>
          <p:cNvPr id="1164" name="Google Shape;1164;p36" descr="https://pixabay.com/static/uploads/photo/2012/04/24/11/54/car-39596_640.png"/>
          <p:cNvPicPr preferRelativeResize="0"/>
          <p:nvPr/>
        </p:nvPicPr>
        <p:blipFill rotWithShape="1">
          <a:blip r:embed="rId5">
            <a:alphaModFix/>
          </a:blip>
          <a:srcRect/>
          <a:stretch/>
        </p:blipFill>
        <p:spPr>
          <a:xfrm flipH="1">
            <a:off x="10472583" y="2566722"/>
            <a:ext cx="821308" cy="410654"/>
          </a:xfrm>
          <a:prstGeom prst="rect">
            <a:avLst/>
          </a:prstGeom>
          <a:noFill/>
          <a:ln>
            <a:noFill/>
          </a:ln>
        </p:spPr>
      </p:pic>
      <p:cxnSp>
        <p:nvCxnSpPr>
          <p:cNvPr id="1165" name="Google Shape;1165;p36"/>
          <p:cNvCxnSpPr/>
          <p:nvPr/>
        </p:nvCxnSpPr>
        <p:spPr>
          <a:xfrm>
            <a:off x="3381733" y="3633971"/>
            <a:ext cx="1185667" cy="953117"/>
          </a:xfrm>
          <a:prstGeom prst="straightConnector1">
            <a:avLst/>
          </a:prstGeom>
          <a:noFill/>
          <a:ln w="9525" cap="flat" cmpd="sng">
            <a:solidFill>
              <a:schemeClr val="accent1"/>
            </a:solidFill>
            <a:prstDash val="solid"/>
            <a:round/>
            <a:headEnd type="none" w="sm" len="sm"/>
            <a:tailEnd type="triangle" w="med" len="med"/>
          </a:ln>
        </p:spPr>
      </p:cxnSp>
      <p:cxnSp>
        <p:nvCxnSpPr>
          <p:cNvPr id="1166" name="Google Shape;1166;p36"/>
          <p:cNvCxnSpPr/>
          <p:nvPr/>
        </p:nvCxnSpPr>
        <p:spPr>
          <a:xfrm>
            <a:off x="3406446" y="3668607"/>
            <a:ext cx="1256912" cy="2004338"/>
          </a:xfrm>
          <a:prstGeom prst="straightConnector1">
            <a:avLst/>
          </a:prstGeom>
          <a:noFill/>
          <a:ln w="9525" cap="flat" cmpd="sng">
            <a:solidFill>
              <a:schemeClr val="accent1"/>
            </a:solidFill>
            <a:prstDash val="solid"/>
            <a:round/>
            <a:headEnd type="none" w="sm" len="sm"/>
            <a:tailEnd type="triangle" w="med" len="med"/>
          </a:ln>
        </p:spPr>
      </p:cxnSp>
      <p:cxnSp>
        <p:nvCxnSpPr>
          <p:cNvPr id="1167" name="Google Shape;1167;p36"/>
          <p:cNvCxnSpPr/>
          <p:nvPr/>
        </p:nvCxnSpPr>
        <p:spPr>
          <a:xfrm>
            <a:off x="5800083" y="2783725"/>
            <a:ext cx="1216262" cy="666932"/>
          </a:xfrm>
          <a:prstGeom prst="straightConnector1">
            <a:avLst/>
          </a:prstGeom>
          <a:noFill/>
          <a:ln w="9525" cap="flat" cmpd="sng">
            <a:solidFill>
              <a:schemeClr val="accent1"/>
            </a:solidFill>
            <a:prstDash val="solid"/>
            <a:round/>
            <a:headEnd type="none" w="sm" len="sm"/>
            <a:tailEnd type="triangle" w="med" len="med"/>
          </a:ln>
        </p:spPr>
      </p:cxnSp>
      <p:cxnSp>
        <p:nvCxnSpPr>
          <p:cNvPr id="1168" name="Google Shape;1168;p36"/>
          <p:cNvCxnSpPr/>
          <p:nvPr/>
        </p:nvCxnSpPr>
        <p:spPr>
          <a:xfrm rot="10800000" flipH="1">
            <a:off x="5867254" y="3668608"/>
            <a:ext cx="1149091" cy="840788"/>
          </a:xfrm>
          <a:prstGeom prst="straightConnector1">
            <a:avLst/>
          </a:prstGeom>
          <a:noFill/>
          <a:ln w="9525" cap="flat" cmpd="sng">
            <a:solidFill>
              <a:schemeClr val="accent1"/>
            </a:solidFill>
            <a:prstDash val="solid"/>
            <a:round/>
            <a:headEnd type="none" w="sm" len="sm"/>
            <a:tailEnd type="triangle" w="med" len="med"/>
          </a:ln>
        </p:spPr>
      </p:cxnSp>
      <p:cxnSp>
        <p:nvCxnSpPr>
          <p:cNvPr id="1169" name="Google Shape;1169;p36"/>
          <p:cNvCxnSpPr/>
          <p:nvPr/>
        </p:nvCxnSpPr>
        <p:spPr>
          <a:xfrm rot="10800000" flipH="1">
            <a:off x="5715190" y="3821992"/>
            <a:ext cx="1432904" cy="1904878"/>
          </a:xfrm>
          <a:prstGeom prst="straightConnector1">
            <a:avLst/>
          </a:prstGeom>
          <a:noFill/>
          <a:ln w="9525" cap="flat" cmpd="sng">
            <a:solidFill>
              <a:schemeClr val="accent1"/>
            </a:solidFill>
            <a:prstDash val="solid"/>
            <a:round/>
            <a:headEnd type="none" w="sm" len="sm"/>
            <a:tailEnd type="triangle" w="med" len="med"/>
          </a:ln>
        </p:spPr>
      </p:cxnSp>
      <p:sp>
        <p:nvSpPr>
          <p:cNvPr id="1170" name="Google Shape;1170;p36"/>
          <p:cNvSpPr/>
          <p:nvPr/>
        </p:nvSpPr>
        <p:spPr>
          <a:xfrm>
            <a:off x="7148094" y="2527402"/>
            <a:ext cx="219369" cy="2125733"/>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71" name="Google Shape;1171;p36"/>
          <p:cNvSpPr/>
          <p:nvPr/>
        </p:nvSpPr>
        <p:spPr>
          <a:xfrm>
            <a:off x="8226008" y="2473772"/>
            <a:ext cx="137588" cy="2179364"/>
          </a:xfrm>
          <a:prstGeom prst="righ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72" name="Google Shape;1172;p36"/>
          <p:cNvSpPr/>
          <p:nvPr/>
        </p:nvSpPr>
        <p:spPr>
          <a:xfrm>
            <a:off x="1847528" y="2254767"/>
            <a:ext cx="144016" cy="2667317"/>
          </a:xfrm>
          <a:prstGeom prst="leftBrace">
            <a:avLst>
              <a:gd name="adj1" fmla="val 8333"/>
              <a:gd name="adj2" fmla="val 50000"/>
            </a:avLst>
          </a:prstGeom>
          <a:noFill/>
          <a:ln w="952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173" name="Google Shape;1173;p36" descr="https://pixabay.com/static/uploads/photo/2012/04/24/11/54/car-39596_640.png"/>
          <p:cNvPicPr preferRelativeResize="0"/>
          <p:nvPr/>
        </p:nvPicPr>
        <p:blipFill rotWithShape="1">
          <a:blip r:embed="rId5">
            <a:alphaModFix/>
          </a:blip>
          <a:srcRect/>
          <a:stretch/>
        </p:blipFill>
        <p:spPr>
          <a:xfrm flipH="1">
            <a:off x="403830" y="3298307"/>
            <a:ext cx="821308" cy="410654"/>
          </a:xfrm>
          <a:prstGeom prst="rect">
            <a:avLst/>
          </a:prstGeom>
          <a:noFill/>
          <a:ln>
            <a:noFill/>
          </a:ln>
        </p:spPr>
      </p:pic>
      <p:sp>
        <p:nvSpPr>
          <p:cNvPr id="1174" name="Google Shape;1174;p36"/>
          <p:cNvSpPr txBox="1"/>
          <p:nvPr/>
        </p:nvSpPr>
        <p:spPr>
          <a:xfrm>
            <a:off x="7494467" y="3298307"/>
            <a:ext cx="1090733" cy="856023"/>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600"/>
              <a:buFont typeface="Calibri"/>
              <a:buNone/>
            </a:pPr>
            <a:r>
              <a:rPr lang="es-ES" sz="36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sp>
        <p:nvSpPr>
          <p:cNvPr id="1175" name="Google Shape;1175;p36"/>
          <p:cNvSpPr txBox="1"/>
          <p:nvPr/>
        </p:nvSpPr>
        <p:spPr>
          <a:xfrm>
            <a:off x="10382166" y="2618426"/>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sp>
        <p:nvSpPr>
          <p:cNvPr id="1176" name="Google Shape;1176;p36"/>
          <p:cNvSpPr txBox="1"/>
          <p:nvPr/>
        </p:nvSpPr>
        <p:spPr>
          <a:xfrm>
            <a:off x="3991047" y="434776"/>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3 Surtidores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1 auto por surtidor </a:t>
            </a:r>
            <a:endParaRPr sz="1800" b="0" i="0" u="none" strike="noStrike" cap="small">
              <a:solidFill>
                <a:schemeClr val="dk1"/>
              </a:solidFill>
              <a:latin typeface="Calibri"/>
              <a:ea typeface="Calibri"/>
              <a:cs typeface="Calibri"/>
              <a:sym typeface="Calibri"/>
            </a:endParaRPr>
          </a:p>
        </p:txBody>
      </p:sp>
      <p:sp>
        <p:nvSpPr>
          <p:cNvPr id="1177" name="Google Shape;1177;p36"/>
          <p:cNvSpPr txBox="1"/>
          <p:nvPr/>
        </p:nvSpPr>
        <p:spPr>
          <a:xfrm>
            <a:off x="6740337" y="1599318"/>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Cola de espera </a:t>
            </a:r>
            <a:endParaRPr/>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para pagar (sin limite) </a:t>
            </a:r>
            <a:endParaRPr sz="1800" b="0" i="0" u="none" strike="noStrike" cap="small">
              <a:solidFill>
                <a:schemeClr val="dk1"/>
              </a:solidFill>
              <a:latin typeface="Calibri"/>
              <a:ea typeface="Calibri"/>
              <a:cs typeface="Calibri"/>
              <a:sym typeface="Calibri"/>
            </a:endParaRPr>
          </a:p>
        </p:txBody>
      </p:sp>
      <p:sp>
        <p:nvSpPr>
          <p:cNvPr id="1178" name="Google Shape;1178;p36"/>
          <p:cNvSpPr txBox="1"/>
          <p:nvPr/>
        </p:nvSpPr>
        <p:spPr>
          <a:xfrm>
            <a:off x="1559226" y="1437533"/>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pic>
        <p:nvPicPr>
          <p:cNvPr id="1179" name="Google Shape;1179;p36" descr="https://pixabay.com/static/uploads/photo/2012/04/24/11/54/car-39596_640.png"/>
          <p:cNvPicPr preferRelativeResize="0"/>
          <p:nvPr/>
        </p:nvPicPr>
        <p:blipFill rotWithShape="1">
          <a:blip r:embed="rId5">
            <a:alphaModFix/>
          </a:blip>
          <a:srcRect/>
          <a:stretch/>
        </p:blipFill>
        <p:spPr>
          <a:xfrm flipH="1">
            <a:off x="556230" y="3450707"/>
            <a:ext cx="821308" cy="410654"/>
          </a:xfrm>
          <a:prstGeom prst="rect">
            <a:avLst/>
          </a:prstGeom>
          <a:noFill/>
          <a:ln>
            <a:noFill/>
          </a:ln>
        </p:spPr>
      </p:pic>
      <p:pic>
        <p:nvPicPr>
          <p:cNvPr id="1180" name="Google Shape;1180;p36" descr="https://pixabay.com/static/uploads/photo/2012/04/24/11/54/car-39596_640.png"/>
          <p:cNvPicPr preferRelativeResize="0"/>
          <p:nvPr/>
        </p:nvPicPr>
        <p:blipFill rotWithShape="1">
          <a:blip r:embed="rId5">
            <a:alphaModFix/>
          </a:blip>
          <a:srcRect/>
          <a:stretch/>
        </p:blipFill>
        <p:spPr>
          <a:xfrm flipH="1">
            <a:off x="708630" y="3603107"/>
            <a:ext cx="821308" cy="410654"/>
          </a:xfrm>
          <a:prstGeom prst="rect">
            <a:avLst/>
          </a:prstGeom>
          <a:noFill/>
          <a:ln>
            <a:noFill/>
          </a:ln>
        </p:spPr>
      </p:pic>
      <p:sp>
        <p:nvSpPr>
          <p:cNvPr id="1181" name="Google Shape;1181;p36"/>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llegan y esperan </a:t>
            </a:r>
            <a:endParaRPr sz="1800" b="0" i="0" u="none" strike="noStrike" cap="small">
              <a:solidFill>
                <a:schemeClr val="dk1"/>
              </a:solidFill>
              <a:latin typeface="Calibri"/>
              <a:ea typeface="Calibri"/>
              <a:cs typeface="Calibri"/>
              <a:sym typeface="Calibri"/>
            </a:endParaRPr>
          </a:p>
        </p:txBody>
      </p:sp>
      <p:pic>
        <p:nvPicPr>
          <p:cNvPr id="1182" name="Google Shape;1182;p36" descr="http://image.shutterstock.com/display_pic_with_logo/169/169,1184230450,18/stock-vector-cash-register-machine-symbol-3815086.jpg"/>
          <p:cNvPicPr preferRelativeResize="0"/>
          <p:nvPr/>
        </p:nvPicPr>
        <p:blipFill rotWithShape="1">
          <a:blip r:embed="rId4">
            <a:alphaModFix/>
          </a:blip>
          <a:srcRect/>
          <a:stretch/>
        </p:blipFill>
        <p:spPr>
          <a:xfrm>
            <a:off x="8983799" y="3266062"/>
            <a:ext cx="896054" cy="935879"/>
          </a:xfrm>
          <a:prstGeom prst="rect">
            <a:avLst/>
          </a:prstGeom>
          <a:noFill/>
          <a:ln>
            <a:noFill/>
          </a:ln>
        </p:spPr>
      </p:pic>
      <p:pic>
        <p:nvPicPr>
          <p:cNvPr id="1183" name="Google Shape;1183;p36" descr="https://pixabay.com/static/uploads/photo/2012/04/24/11/54/car-39596_640.png"/>
          <p:cNvPicPr preferRelativeResize="0"/>
          <p:nvPr/>
        </p:nvPicPr>
        <p:blipFill rotWithShape="1">
          <a:blip r:embed="rId5">
            <a:alphaModFix/>
          </a:blip>
          <a:srcRect/>
          <a:stretch/>
        </p:blipFill>
        <p:spPr>
          <a:xfrm flipH="1">
            <a:off x="9123276" y="4675487"/>
            <a:ext cx="821308" cy="410654"/>
          </a:xfrm>
          <a:prstGeom prst="rect">
            <a:avLst/>
          </a:prstGeom>
          <a:noFill/>
          <a:ln>
            <a:noFill/>
          </a:ln>
        </p:spPr>
      </p:pic>
      <p:sp>
        <p:nvSpPr>
          <p:cNvPr id="1184" name="Google Shape;1184;p36"/>
          <p:cNvSpPr txBox="1"/>
          <p:nvPr/>
        </p:nvSpPr>
        <p:spPr>
          <a:xfrm>
            <a:off x="9037311" y="5156854"/>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2 cajas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Pasan uno por vez </a:t>
            </a:r>
            <a:endParaRPr sz="1800" b="0" i="0" u="none" strike="noStrike" cap="small">
              <a:solidFill>
                <a:schemeClr val="dk1"/>
              </a:solidFill>
              <a:latin typeface="Calibri"/>
              <a:ea typeface="Calibri"/>
              <a:cs typeface="Calibri"/>
              <a:sym typeface="Calibri"/>
            </a:endParaRPr>
          </a:p>
        </p:txBody>
      </p:sp>
      <p:cxnSp>
        <p:nvCxnSpPr>
          <p:cNvPr id="1185" name="Google Shape;1185;p36"/>
          <p:cNvCxnSpPr/>
          <p:nvPr/>
        </p:nvCxnSpPr>
        <p:spPr>
          <a:xfrm rot="10800000" flipH="1">
            <a:off x="8446574" y="3029904"/>
            <a:ext cx="514585" cy="410655"/>
          </a:xfrm>
          <a:prstGeom prst="straightConnector1">
            <a:avLst/>
          </a:prstGeom>
          <a:noFill/>
          <a:ln w="9525" cap="flat" cmpd="sng">
            <a:solidFill>
              <a:schemeClr val="accent1"/>
            </a:solidFill>
            <a:prstDash val="solid"/>
            <a:round/>
            <a:headEnd type="none" w="sm" len="sm"/>
            <a:tailEnd type="triangle" w="med" len="med"/>
          </a:ln>
        </p:spPr>
      </p:cxnSp>
      <p:cxnSp>
        <p:nvCxnSpPr>
          <p:cNvPr id="1186" name="Google Shape;1186;p36"/>
          <p:cNvCxnSpPr/>
          <p:nvPr/>
        </p:nvCxnSpPr>
        <p:spPr>
          <a:xfrm>
            <a:off x="8448662" y="3760647"/>
            <a:ext cx="523205" cy="605827"/>
          </a:xfrm>
          <a:prstGeom prst="straightConnector1">
            <a:avLst/>
          </a:prstGeom>
          <a:noFill/>
          <a:ln w="9525" cap="flat" cmpd="sng">
            <a:solidFill>
              <a:schemeClr val="accent1"/>
            </a:solidFill>
            <a:prstDash val="solid"/>
            <a:round/>
            <a:headEnd type="none" w="sm" len="sm"/>
            <a:tailEnd type="triangle" w="med" len="med"/>
          </a:ln>
        </p:spPr>
      </p:cxnSp>
      <p:pic>
        <p:nvPicPr>
          <p:cNvPr id="1187" name="Google Shape;1187;p36" descr="https://pixabay.com/static/uploads/photo/2012/04/24/11/54/car-39596_640.png"/>
          <p:cNvPicPr preferRelativeResize="0"/>
          <p:nvPr/>
        </p:nvPicPr>
        <p:blipFill rotWithShape="1">
          <a:blip r:embed="rId5">
            <a:alphaModFix/>
          </a:blip>
          <a:srcRect/>
          <a:stretch/>
        </p:blipFill>
        <p:spPr>
          <a:xfrm flipH="1">
            <a:off x="10456656" y="4371911"/>
            <a:ext cx="821308" cy="410654"/>
          </a:xfrm>
          <a:prstGeom prst="rect">
            <a:avLst/>
          </a:prstGeom>
          <a:noFill/>
          <a:ln>
            <a:noFill/>
          </a:ln>
        </p:spPr>
      </p:pic>
      <p:sp>
        <p:nvSpPr>
          <p:cNvPr id="1188" name="Google Shape;1188;p36"/>
          <p:cNvSpPr txBox="1"/>
          <p:nvPr/>
        </p:nvSpPr>
        <p:spPr>
          <a:xfrm>
            <a:off x="10366239" y="4423615"/>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grpSp>
        <p:nvGrpSpPr>
          <p:cNvPr id="1189" name="Google Shape;1189;p36"/>
          <p:cNvGrpSpPr/>
          <p:nvPr/>
        </p:nvGrpSpPr>
        <p:grpSpPr>
          <a:xfrm>
            <a:off x="6670695" y="455315"/>
            <a:ext cx="1133498" cy="1017823"/>
            <a:chOff x="9606154" y="3104879"/>
            <a:chExt cx="1133498" cy="1017823"/>
          </a:xfrm>
        </p:grpSpPr>
        <p:grpSp>
          <p:nvGrpSpPr>
            <p:cNvPr id="1190" name="Google Shape;1190;p36"/>
            <p:cNvGrpSpPr/>
            <p:nvPr/>
          </p:nvGrpSpPr>
          <p:grpSpPr>
            <a:xfrm>
              <a:off x="9606154" y="3104879"/>
              <a:ext cx="1133498" cy="528403"/>
              <a:chOff x="3126803" y="3147717"/>
              <a:chExt cx="1133498" cy="528403"/>
            </a:xfrm>
          </p:grpSpPr>
          <p:grpSp>
            <p:nvGrpSpPr>
              <p:cNvPr id="1191" name="Google Shape;1191;p36"/>
              <p:cNvGrpSpPr/>
              <p:nvPr/>
            </p:nvGrpSpPr>
            <p:grpSpPr>
              <a:xfrm>
                <a:off x="3126803" y="3147717"/>
                <a:ext cx="1133498" cy="528403"/>
                <a:chOff x="443571" y="5463111"/>
                <a:chExt cx="1655794" cy="792163"/>
              </a:xfrm>
            </p:grpSpPr>
            <p:sp>
              <p:nvSpPr>
                <p:cNvPr id="1192" name="Google Shape;1192;p36"/>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93" name="Google Shape;1193;p36"/>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94" name="Google Shape;1194;p36"/>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195" name="Google Shape;1195;p36"/>
                <p:cNvCxnSpPr>
                  <a:endCxn id="1192"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196" name="Google Shape;1196;p36"/>
                <p:cNvCxnSpPr>
                  <a:stCxn id="1192"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197" name="Google Shape;1197;p36"/>
              <p:cNvSpPr txBox="1"/>
              <p:nvPr/>
            </p:nvSpPr>
            <p:spPr>
              <a:xfrm rot="5400000">
                <a:off x="3660028" y="3026399"/>
                <a:ext cx="286005"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200"/>
                  <a:buFont typeface="Calibri"/>
                  <a:buNone/>
                </a:pPr>
                <a:r>
                  <a:rPr lang="es-ES" sz="3200" b="1" i="0" u="none" strike="noStrike" cap="small">
                    <a:solidFill>
                      <a:schemeClr val="dk1"/>
                    </a:solidFill>
                    <a:latin typeface="Calibri"/>
                    <a:ea typeface="Calibri"/>
                    <a:cs typeface="Calibri"/>
                    <a:sym typeface="Calibri"/>
                  </a:rPr>
                  <a:t>.</a:t>
                </a:r>
                <a:endParaRPr/>
              </a:p>
            </p:txBody>
          </p:sp>
        </p:grpSp>
        <p:sp>
          <p:nvSpPr>
            <p:cNvPr id="1198" name="Google Shape;1198;p36"/>
            <p:cNvSpPr/>
            <p:nvPr/>
          </p:nvSpPr>
          <p:spPr>
            <a:xfrm>
              <a:off x="10034595" y="381192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199" name="Google Shape;1199;p36"/>
            <p:cNvCxnSpPr/>
            <p:nvPr/>
          </p:nvCxnSpPr>
          <p:spPr>
            <a:xfrm flipH="1">
              <a:off x="10275189" y="343115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00" name="Google Shape;1200;p36"/>
            <p:cNvCxnSpPr>
              <a:stCxn id="1198" idx="1"/>
            </p:cNvCxnSpPr>
            <p:nvPr/>
          </p:nvCxnSpPr>
          <p:spPr>
            <a:xfrm rot="10800000">
              <a:off x="9615582" y="3442537"/>
              <a:ext cx="462300" cy="414900"/>
            </a:xfrm>
            <a:prstGeom prst="straightConnector1">
              <a:avLst/>
            </a:prstGeom>
            <a:noFill/>
            <a:ln w="9525" cap="flat" cmpd="sng">
              <a:solidFill>
                <a:schemeClr val="dk1"/>
              </a:solidFill>
              <a:prstDash val="solid"/>
              <a:round/>
              <a:headEnd type="none" w="sm" len="sm"/>
              <a:tailEnd type="triangle" w="med" len="med"/>
            </a:ln>
          </p:spPr>
        </p:cxnSp>
      </p:grpSp>
      <p:cxnSp>
        <p:nvCxnSpPr>
          <p:cNvPr id="1201" name="Google Shape;1201;p36"/>
          <p:cNvCxnSpPr/>
          <p:nvPr/>
        </p:nvCxnSpPr>
        <p:spPr>
          <a:xfrm rot="10800000" flipH="1">
            <a:off x="5939728" y="887357"/>
            <a:ext cx="599837" cy="319217"/>
          </a:xfrm>
          <a:prstGeom prst="straightConnector1">
            <a:avLst/>
          </a:prstGeom>
          <a:noFill/>
          <a:ln w="9525" cap="flat" cmpd="sng">
            <a:solidFill>
              <a:schemeClr val="accent1"/>
            </a:solidFill>
            <a:prstDash val="solid"/>
            <a:round/>
            <a:headEnd type="none" w="sm" len="sm"/>
            <a:tailEnd type="triangle" w="med" len="med"/>
          </a:ln>
        </p:spPr>
      </p:cxnSp>
      <p:sp>
        <p:nvSpPr>
          <p:cNvPr id="1202" name="Google Shape;1202;p36"/>
          <p:cNvSpPr/>
          <p:nvPr/>
        </p:nvSpPr>
        <p:spPr>
          <a:xfrm>
            <a:off x="4270994" y="1184316"/>
            <a:ext cx="1886228" cy="1816843"/>
          </a:xfrm>
          <a:prstGeom prst="ellipse">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03" name="Google Shape;1203;p36"/>
          <p:cNvSpPr/>
          <p:nvPr/>
        </p:nvSpPr>
        <p:spPr>
          <a:xfrm>
            <a:off x="8591739" y="1402727"/>
            <a:ext cx="1886228" cy="1816843"/>
          </a:xfrm>
          <a:prstGeom prst="ellipse">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204" name="Google Shape;1204;p36"/>
          <p:cNvCxnSpPr/>
          <p:nvPr/>
        </p:nvCxnSpPr>
        <p:spPr>
          <a:xfrm rot="10800000">
            <a:off x="8004404" y="934199"/>
            <a:ext cx="974680" cy="370411"/>
          </a:xfrm>
          <a:prstGeom prst="straightConnector1">
            <a:avLst/>
          </a:prstGeom>
          <a:noFill/>
          <a:ln w="9525" cap="flat" cmpd="sng">
            <a:solidFill>
              <a:schemeClr val="accent1"/>
            </a:solidFill>
            <a:prstDash val="solid"/>
            <a:round/>
            <a:headEnd type="none" w="sm" len="sm"/>
            <a:tailEnd type="triangle" w="med" len="med"/>
          </a:ln>
        </p:spPr>
      </p:cxnSp>
      <p:sp>
        <p:nvSpPr>
          <p:cNvPr id="1205" name="Google Shape;1205;p36"/>
          <p:cNvSpPr/>
          <p:nvPr/>
        </p:nvSpPr>
        <p:spPr>
          <a:xfrm>
            <a:off x="-23698" y="2890446"/>
            <a:ext cx="1886228" cy="1835975"/>
          </a:xfrm>
          <a:prstGeom prst="ellipse">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206" name="Google Shape;1206;p36"/>
          <p:cNvCxnSpPr/>
          <p:nvPr/>
        </p:nvCxnSpPr>
        <p:spPr>
          <a:xfrm rot="5400000">
            <a:off x="-87297" y="5353032"/>
            <a:ext cx="528403" cy="0"/>
          </a:xfrm>
          <a:prstGeom prst="straightConnector1">
            <a:avLst/>
          </a:prstGeom>
          <a:noFill/>
          <a:ln w="25400" cap="flat" cmpd="sng">
            <a:solidFill>
              <a:schemeClr val="dk1"/>
            </a:solidFill>
            <a:prstDash val="solid"/>
            <a:round/>
            <a:headEnd type="none" w="med" len="med"/>
            <a:tailEnd type="none" w="med" len="med"/>
          </a:ln>
        </p:spPr>
      </p:cxnSp>
      <p:cxnSp>
        <p:nvCxnSpPr>
          <p:cNvPr id="1207" name="Google Shape;1207;p36"/>
          <p:cNvCxnSpPr/>
          <p:nvPr/>
        </p:nvCxnSpPr>
        <p:spPr>
          <a:xfrm>
            <a:off x="148977" y="5353032"/>
            <a:ext cx="407540" cy="1059"/>
          </a:xfrm>
          <a:prstGeom prst="straightConnector1">
            <a:avLst/>
          </a:prstGeom>
          <a:noFill/>
          <a:ln w="9525" cap="flat" cmpd="sng">
            <a:solidFill>
              <a:schemeClr val="dk1"/>
            </a:solidFill>
            <a:prstDash val="solid"/>
            <a:round/>
            <a:headEnd type="none" w="med" len="med"/>
            <a:tailEnd type="stealth" w="med" len="med"/>
          </a:ln>
        </p:spPr>
      </p:cxnSp>
      <p:sp>
        <p:nvSpPr>
          <p:cNvPr id="1208" name="Google Shape;1208;p36"/>
          <p:cNvSpPr/>
          <p:nvPr/>
        </p:nvSpPr>
        <p:spPr>
          <a:xfrm>
            <a:off x="3210715" y="5741523"/>
            <a:ext cx="517179" cy="415414"/>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09" name="Google Shape;1209;p36"/>
          <p:cNvSpPr/>
          <p:nvPr/>
        </p:nvSpPr>
        <p:spPr>
          <a:xfrm>
            <a:off x="1651682" y="1996346"/>
            <a:ext cx="1886228" cy="3425229"/>
          </a:xfrm>
          <a:prstGeom prst="ellipse">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10" name="Google Shape;1210;p36"/>
          <p:cNvSpPr txBox="1"/>
          <p:nvPr/>
        </p:nvSpPr>
        <p:spPr>
          <a:xfrm>
            <a:off x="3336647" y="5631323"/>
            <a:ext cx="1197023" cy="609691"/>
          </a:xfrm>
          <a:prstGeom prst="rect">
            <a:avLst/>
          </a:prstGeom>
          <a:noFill/>
          <a:ln>
            <a:noFill/>
          </a:ln>
        </p:spPr>
        <p:txBody>
          <a:bodyPr spcFirstLastPara="1" wrap="square" lIns="91425" tIns="45700" rIns="91425" bIns="45700" anchor="ctr" anchorCtr="0">
            <a:normAutofit fontScale="55000" lnSpcReduction="20000"/>
          </a:bodyPr>
          <a:lstStyle/>
          <a:p>
            <a:pPr marL="0" marR="0" lvl="0" indent="0" algn="l" rtl="0">
              <a:lnSpc>
                <a:spcPct val="100000"/>
              </a:lnSpc>
              <a:spcBef>
                <a:spcPts val="0"/>
              </a:spcBef>
              <a:spcAft>
                <a:spcPts val="0"/>
              </a:spcAft>
              <a:buClr>
                <a:schemeClr val="dk1"/>
              </a:buClr>
              <a:buSzPct val="100000"/>
              <a:buFont typeface="Calibri"/>
              <a:buNone/>
            </a:pPr>
            <a:r>
              <a:rPr lang="es-ES" sz="3600" b="1" cap="small">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Clr>
                <a:schemeClr val="dk1"/>
              </a:buClr>
              <a:buSzPct val="100000"/>
              <a:buFont typeface="Calibri"/>
              <a:buNone/>
            </a:pPr>
            <a:r>
              <a:rPr lang="es-ES" sz="3600" b="1" cap="small">
                <a:solidFill>
                  <a:schemeClr val="dk1"/>
                </a:solidFill>
                <a:latin typeface="Calibri"/>
                <a:ea typeface="Calibri"/>
                <a:cs typeface="Calibri"/>
                <a:sym typeface="Calibri"/>
              </a:rPr>
              <a:t>…</a:t>
            </a:r>
            <a:endParaRPr/>
          </a:p>
        </p:txBody>
      </p:sp>
      <p:sp>
        <p:nvSpPr>
          <p:cNvPr id="1211" name="Google Shape;1211;p36"/>
          <p:cNvSpPr/>
          <p:nvPr/>
        </p:nvSpPr>
        <p:spPr>
          <a:xfrm>
            <a:off x="7613531" y="5737771"/>
            <a:ext cx="517179" cy="415414"/>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12" name="Google Shape;1212;p36"/>
          <p:cNvCxnSpPr/>
          <p:nvPr/>
        </p:nvCxnSpPr>
        <p:spPr>
          <a:xfrm flipH="1">
            <a:off x="403830" y="4668157"/>
            <a:ext cx="218362" cy="618525"/>
          </a:xfrm>
          <a:prstGeom prst="straightConnector1">
            <a:avLst/>
          </a:prstGeom>
          <a:noFill/>
          <a:ln w="9525" cap="flat" cmpd="sng">
            <a:solidFill>
              <a:schemeClr val="accent1"/>
            </a:solidFill>
            <a:prstDash val="solid"/>
            <a:round/>
            <a:headEnd type="none" w="sm" len="sm"/>
            <a:tailEnd type="triangle" w="med" len="med"/>
          </a:ln>
        </p:spPr>
      </p:cxnSp>
      <p:cxnSp>
        <p:nvCxnSpPr>
          <p:cNvPr id="1213" name="Google Shape;1213;p36"/>
          <p:cNvCxnSpPr>
            <a:stCxn id="1209" idx="4"/>
            <a:endCxn id="1208" idx="0"/>
          </p:cNvCxnSpPr>
          <p:nvPr/>
        </p:nvCxnSpPr>
        <p:spPr>
          <a:xfrm>
            <a:off x="2594796" y="5421575"/>
            <a:ext cx="874500" cy="319800"/>
          </a:xfrm>
          <a:prstGeom prst="straightConnector1">
            <a:avLst/>
          </a:prstGeom>
          <a:noFill/>
          <a:ln w="9525" cap="flat" cmpd="sng">
            <a:solidFill>
              <a:schemeClr val="accent1"/>
            </a:solidFill>
            <a:prstDash val="solid"/>
            <a:round/>
            <a:headEnd type="none" w="sm" len="sm"/>
            <a:tailEnd type="triangle" w="med" len="med"/>
          </a:ln>
        </p:spPr>
      </p:cxnSp>
      <p:sp>
        <p:nvSpPr>
          <p:cNvPr id="1214" name="Google Shape;1214;p36"/>
          <p:cNvSpPr txBox="1"/>
          <p:nvPr/>
        </p:nvSpPr>
        <p:spPr>
          <a:xfrm>
            <a:off x="7837602" y="33595"/>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600"/>
              <a:buFont typeface="Calibri"/>
              <a:buNone/>
            </a:pPr>
            <a:r>
              <a:rPr lang="es-ES" sz="1600" cap="small">
                <a:solidFill>
                  <a:schemeClr val="dk1"/>
                </a:solidFill>
                <a:latin typeface="Calibri"/>
                <a:ea typeface="Calibri"/>
                <a:cs typeface="Calibri"/>
                <a:sym typeface="Calibri"/>
              </a:rPr>
              <a:t> Exclusión mutua para </a:t>
            </a:r>
            <a:endParaRPr/>
          </a:p>
          <a:p>
            <a:pPr marL="0" marR="0" lvl="0" indent="0" algn="l" rtl="0">
              <a:lnSpc>
                <a:spcPct val="100000"/>
              </a:lnSpc>
              <a:spcBef>
                <a:spcPts val="0"/>
              </a:spcBef>
              <a:spcAft>
                <a:spcPts val="0"/>
              </a:spcAft>
              <a:buClr>
                <a:schemeClr val="dk1"/>
              </a:buClr>
              <a:buSzPts val="1600"/>
              <a:buFont typeface="Calibri"/>
              <a:buNone/>
            </a:pPr>
            <a:r>
              <a:rPr lang="es-ES" sz="1600" cap="small">
                <a:solidFill>
                  <a:schemeClr val="dk1"/>
                </a:solidFill>
                <a:latin typeface="Calibri"/>
                <a:ea typeface="Calibri"/>
                <a:cs typeface="Calibri"/>
                <a:sym typeface="Calibri"/>
              </a:rPr>
              <a:t>el acceso a los surtidores y las cajas </a:t>
            </a:r>
            <a:endParaRPr sz="1600" b="0" i="0" u="none" strike="noStrike" cap="small">
              <a:solidFill>
                <a:schemeClr val="dk1"/>
              </a:solidFill>
              <a:latin typeface="Calibri"/>
              <a:ea typeface="Calibri"/>
              <a:cs typeface="Calibri"/>
              <a:sym typeface="Calibri"/>
            </a:endParaRPr>
          </a:p>
        </p:txBody>
      </p:sp>
      <p:sp>
        <p:nvSpPr>
          <p:cNvPr id="1215" name="Google Shape;1215;p36"/>
          <p:cNvSpPr txBox="1"/>
          <p:nvPr/>
        </p:nvSpPr>
        <p:spPr>
          <a:xfrm>
            <a:off x="393160" y="5156854"/>
            <a:ext cx="1245434" cy="1123967"/>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100000"/>
              </a:lnSpc>
              <a:spcBef>
                <a:spcPts val="0"/>
              </a:spcBef>
              <a:spcAft>
                <a:spcPts val="0"/>
              </a:spcAft>
              <a:buClr>
                <a:schemeClr val="dk1"/>
              </a:buClr>
              <a:buSzPct val="100000"/>
              <a:buFont typeface="Calibri"/>
              <a:buNone/>
            </a:pPr>
            <a:r>
              <a:rPr lang="es-ES" sz="1600" cap="small" dirty="0">
                <a:solidFill>
                  <a:schemeClr val="dk1"/>
                </a:solidFill>
                <a:latin typeface="Calibri"/>
                <a:ea typeface="Calibri"/>
                <a:cs typeface="Calibri"/>
                <a:sym typeface="Calibri"/>
              </a:rPr>
              <a:t> Generador de token </a:t>
            </a:r>
            <a:endParaRPr dirty="0"/>
          </a:p>
          <a:p>
            <a:pPr marL="0" marR="0" lvl="0" indent="0" algn="l" rtl="0">
              <a:lnSpc>
                <a:spcPct val="100000"/>
              </a:lnSpc>
              <a:spcBef>
                <a:spcPts val="0"/>
              </a:spcBef>
              <a:spcAft>
                <a:spcPts val="0"/>
              </a:spcAft>
              <a:buClr>
                <a:schemeClr val="dk1"/>
              </a:buClr>
              <a:buSzPct val="100000"/>
              <a:buFont typeface="Calibri"/>
              <a:buNone/>
            </a:pPr>
            <a:r>
              <a:rPr lang="es-ES" sz="1600" b="0" i="0" u="none" strike="noStrike" cap="small" dirty="0">
                <a:solidFill>
                  <a:schemeClr val="dk1"/>
                </a:solidFill>
                <a:latin typeface="Calibri"/>
                <a:ea typeface="Calibri"/>
                <a:cs typeface="Calibri"/>
                <a:sym typeface="Calibri"/>
              </a:rPr>
              <a:t>Simula la llegada de los autos</a:t>
            </a:r>
            <a:endParaRPr dirty="0"/>
          </a:p>
          <a:p>
            <a:pPr marL="0" marR="0" lvl="0" indent="0" algn="l" rtl="0">
              <a:lnSpc>
                <a:spcPct val="100000"/>
              </a:lnSpc>
              <a:spcBef>
                <a:spcPts val="0"/>
              </a:spcBef>
              <a:spcAft>
                <a:spcPts val="0"/>
              </a:spcAft>
              <a:buClr>
                <a:schemeClr val="dk1"/>
              </a:buClr>
              <a:buSzPct val="100000"/>
              <a:buFont typeface="Calibri"/>
              <a:buNone/>
            </a:pPr>
            <a:r>
              <a:rPr lang="es-ES" sz="1600" cap="small" dirty="0">
                <a:solidFill>
                  <a:schemeClr val="dk1"/>
                </a:solidFill>
                <a:latin typeface="Calibri"/>
                <a:ea typeface="Calibri"/>
                <a:cs typeface="Calibri"/>
                <a:sym typeface="Calibri"/>
              </a:rPr>
              <a:t>Los autos de acumulan en un sitio</a:t>
            </a:r>
            <a:endParaRPr sz="1600" b="0" i="0" u="none" strike="noStrike" cap="small" dirty="0">
              <a:solidFill>
                <a:schemeClr val="dk1"/>
              </a:solidFill>
              <a:latin typeface="Calibri"/>
              <a:ea typeface="Calibri"/>
              <a:cs typeface="Calibri"/>
              <a:sym typeface="Calibri"/>
            </a:endParaRPr>
          </a:p>
        </p:txBody>
      </p:sp>
      <p:sp>
        <p:nvSpPr>
          <p:cNvPr id="1216" name="Google Shape;1216;p36"/>
          <p:cNvSpPr txBox="1"/>
          <p:nvPr/>
        </p:nvSpPr>
        <p:spPr>
          <a:xfrm>
            <a:off x="2053122" y="5431037"/>
            <a:ext cx="914400" cy="914400"/>
          </a:xfrm>
          <a:prstGeom prst="rect">
            <a:avLst/>
          </a:prstGeom>
          <a:noFill/>
          <a:ln>
            <a:noFill/>
          </a:ln>
        </p:spPr>
        <p:txBody>
          <a:bodyPr spcFirstLastPara="1" wrap="square" lIns="91425" tIns="45700" rIns="91425" bIns="45700" anchor="ctr" anchorCtr="0">
            <a:normAutofit fontScale="92500" lnSpcReduction="10000"/>
          </a:bodyPr>
          <a:lstStyle/>
          <a:p>
            <a:pPr marL="0" marR="0" lvl="0" indent="0" algn="l" rtl="0">
              <a:lnSpc>
                <a:spcPct val="100000"/>
              </a:lnSpc>
              <a:spcBef>
                <a:spcPts val="0"/>
              </a:spcBef>
              <a:spcAft>
                <a:spcPts val="0"/>
              </a:spcAft>
              <a:buClr>
                <a:schemeClr val="dk1"/>
              </a:buClr>
              <a:buSzPts val="1600"/>
              <a:buFont typeface="Calibri"/>
              <a:buNone/>
            </a:pPr>
            <a:r>
              <a:rPr lang="es-ES" sz="1600" cap="small" dirty="0">
                <a:solidFill>
                  <a:schemeClr val="dk1"/>
                </a:solidFill>
                <a:latin typeface="Calibri"/>
                <a:ea typeface="Calibri"/>
                <a:cs typeface="Calibri"/>
                <a:sym typeface="Calibri"/>
              </a:rPr>
              <a:t> El sitio permite </a:t>
            </a:r>
            <a:endParaRPr dirty="0"/>
          </a:p>
          <a:p>
            <a:pPr marL="0" marR="0" lvl="0" indent="0" algn="l" rtl="0">
              <a:lnSpc>
                <a:spcPct val="100000"/>
              </a:lnSpc>
              <a:spcBef>
                <a:spcPts val="0"/>
              </a:spcBef>
              <a:spcAft>
                <a:spcPts val="0"/>
              </a:spcAft>
              <a:buClr>
                <a:schemeClr val="dk1"/>
              </a:buClr>
              <a:buSzPts val="1600"/>
              <a:buFont typeface="Calibri"/>
              <a:buNone/>
            </a:pPr>
            <a:r>
              <a:rPr lang="es-ES" sz="1600" cap="small" dirty="0">
                <a:solidFill>
                  <a:schemeClr val="dk1"/>
                </a:solidFill>
                <a:latin typeface="Calibri"/>
                <a:ea typeface="Calibri"/>
                <a:cs typeface="Calibri"/>
                <a:sym typeface="Calibri"/>
              </a:rPr>
              <a:t>acumular 5 autos</a:t>
            </a:r>
            <a:endParaRPr sz="1600" b="0" i="0" u="none" strike="noStrike" cap="small" dirty="0">
              <a:solidFill>
                <a:schemeClr val="dk1"/>
              </a:solidFill>
              <a:latin typeface="Calibri"/>
              <a:ea typeface="Calibri"/>
              <a:cs typeface="Calibri"/>
              <a:sym typeface="Calibri"/>
            </a:endParaRPr>
          </a:p>
        </p:txBody>
      </p:sp>
      <p:sp>
        <p:nvSpPr>
          <p:cNvPr id="1217" name="Google Shape;1217;p36"/>
          <p:cNvSpPr txBox="1"/>
          <p:nvPr/>
        </p:nvSpPr>
        <p:spPr>
          <a:xfrm>
            <a:off x="6772651" y="5421575"/>
            <a:ext cx="914400" cy="914400"/>
          </a:xfrm>
          <a:prstGeom prst="rect">
            <a:avLst/>
          </a:prstGeom>
          <a:noFill/>
          <a:ln>
            <a:noFill/>
          </a:ln>
        </p:spPr>
        <p:txBody>
          <a:bodyPr spcFirstLastPara="1" wrap="square" lIns="91425" tIns="45700" rIns="91425" bIns="45700" anchor="ctr" anchorCtr="0">
            <a:normAutofit fontScale="92500" lnSpcReduction="10000"/>
          </a:bodyPr>
          <a:lstStyle/>
          <a:p>
            <a:pPr marL="0" marR="0" lvl="0" indent="0" algn="l" rtl="0">
              <a:lnSpc>
                <a:spcPct val="100000"/>
              </a:lnSpc>
              <a:spcBef>
                <a:spcPts val="0"/>
              </a:spcBef>
              <a:spcAft>
                <a:spcPts val="0"/>
              </a:spcAft>
              <a:buClr>
                <a:schemeClr val="dk1"/>
              </a:buClr>
              <a:buSzPts val="1600"/>
              <a:buFont typeface="Calibri"/>
              <a:buNone/>
            </a:pPr>
            <a:r>
              <a:rPr lang="es-ES" sz="1600" cap="small">
                <a:solidFill>
                  <a:schemeClr val="dk1"/>
                </a:solidFill>
                <a:latin typeface="Calibri"/>
                <a:ea typeface="Calibri"/>
                <a:cs typeface="Calibri"/>
                <a:sym typeface="Calibri"/>
              </a:rPr>
              <a:t> El sitio permite </a:t>
            </a:r>
            <a:endParaRPr/>
          </a:p>
          <a:p>
            <a:pPr marL="0" marR="0" lvl="0" indent="0" algn="l" rtl="0">
              <a:lnSpc>
                <a:spcPct val="100000"/>
              </a:lnSpc>
              <a:spcBef>
                <a:spcPts val="0"/>
              </a:spcBef>
              <a:spcAft>
                <a:spcPts val="0"/>
              </a:spcAft>
              <a:buClr>
                <a:schemeClr val="dk1"/>
              </a:buClr>
              <a:buSzPts val="1600"/>
              <a:buFont typeface="Calibri"/>
              <a:buNone/>
            </a:pPr>
            <a:r>
              <a:rPr lang="es-ES" sz="1600" cap="small">
                <a:solidFill>
                  <a:schemeClr val="dk1"/>
                </a:solidFill>
                <a:latin typeface="Calibri"/>
                <a:ea typeface="Calibri"/>
                <a:cs typeface="Calibri"/>
                <a:sym typeface="Calibri"/>
              </a:rPr>
              <a:t>acumular autos</a:t>
            </a:r>
            <a:endParaRPr sz="1600" b="0" i="0" u="none" strike="noStrike" cap="small">
              <a:solidFill>
                <a:schemeClr val="dk1"/>
              </a:solidFill>
              <a:latin typeface="Calibri"/>
              <a:ea typeface="Calibri"/>
              <a:cs typeface="Calibri"/>
              <a:sym typeface="Calibri"/>
            </a:endParaRPr>
          </a:p>
        </p:txBody>
      </p:sp>
      <p:sp>
        <p:nvSpPr>
          <p:cNvPr id="1218" name="Google Shape;1218;p36"/>
          <p:cNvSpPr/>
          <p:nvPr/>
        </p:nvSpPr>
        <p:spPr>
          <a:xfrm>
            <a:off x="6847548" y="2140930"/>
            <a:ext cx="1886228" cy="2990789"/>
          </a:xfrm>
          <a:prstGeom prst="ellipse">
            <a:avLst/>
          </a:prstGeom>
          <a:noFill/>
          <a:ln w="12700" cap="flat" cmpd="sng">
            <a:solidFill>
              <a:srgbClr val="8C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219" name="Google Shape;1219;p36"/>
          <p:cNvCxnSpPr>
            <a:stCxn id="1218" idx="4"/>
            <a:endCxn id="1211" idx="0"/>
          </p:cNvCxnSpPr>
          <p:nvPr/>
        </p:nvCxnSpPr>
        <p:spPr>
          <a:xfrm>
            <a:off x="7790662" y="5131719"/>
            <a:ext cx="81600" cy="606000"/>
          </a:xfrm>
          <a:prstGeom prst="straightConnector1">
            <a:avLst/>
          </a:prstGeom>
          <a:noFill/>
          <a:ln w="9525" cap="flat" cmpd="sng">
            <a:solidFill>
              <a:schemeClr val="accent1"/>
            </a:solidFill>
            <a:prstDash val="solid"/>
            <a:round/>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0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0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0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0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0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0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21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23"/>
        <p:cNvGrpSpPr/>
        <p:nvPr/>
      </p:nvGrpSpPr>
      <p:grpSpPr>
        <a:xfrm>
          <a:off x="0" y="0"/>
          <a:ext cx="0" cy="0"/>
          <a:chOff x="0" y="0"/>
          <a:chExt cx="0" cy="0"/>
        </a:xfrm>
      </p:grpSpPr>
      <p:sp>
        <p:nvSpPr>
          <p:cNvPr id="1224" name="Google Shape;1224;p37"/>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
        <p:nvSpPr>
          <p:cNvPr id="1225" name="Google Shape;1225;p37"/>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35</a:t>
            </a:fld>
            <a:endParaRPr/>
          </a:p>
        </p:txBody>
      </p:sp>
      <p:sp>
        <p:nvSpPr>
          <p:cNvPr id="1226" name="Google Shape;1226;p37" descr="Resultado de imagen para simbolo de caja"/>
          <p:cNvSpPr/>
          <p:nvPr/>
        </p:nvSpPr>
        <p:spPr>
          <a:xfrm>
            <a:off x="1127447" y="1800435"/>
            <a:ext cx="2564661" cy="256466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7" name="Google Shape;1227;p37"/>
          <p:cNvSpPr txBox="1"/>
          <p:nvPr/>
        </p:nvSpPr>
        <p:spPr>
          <a:xfrm>
            <a:off x="10382166" y="2772049"/>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sp>
        <p:nvSpPr>
          <p:cNvPr id="1228" name="Google Shape;1228;p37"/>
          <p:cNvSpPr txBox="1"/>
          <p:nvPr/>
        </p:nvSpPr>
        <p:spPr>
          <a:xfrm>
            <a:off x="4882723" y="832253"/>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 3 Surtidores </a:t>
            </a:r>
            <a:endParaRPr dirty="0"/>
          </a:p>
          <a:p>
            <a:pPr marL="0" marR="0" lvl="0" indent="0" algn="l" rtl="0">
              <a:lnSpc>
                <a:spcPct val="100000"/>
              </a:lnSpc>
              <a:spcBef>
                <a:spcPts val="0"/>
              </a:spcBef>
              <a:spcAft>
                <a:spcPts val="0"/>
              </a:spcAft>
              <a:buClr>
                <a:schemeClr val="dk1"/>
              </a:buClr>
              <a:buSzPts val="1800"/>
              <a:buFont typeface="Calibri"/>
              <a:buNone/>
            </a:pPr>
            <a:r>
              <a:rPr lang="es-ES" sz="1800" cap="small" dirty="0">
                <a:solidFill>
                  <a:schemeClr val="dk1"/>
                </a:solidFill>
                <a:latin typeface="Calibri"/>
                <a:ea typeface="Calibri"/>
                <a:cs typeface="Calibri"/>
                <a:sym typeface="Calibri"/>
              </a:rPr>
              <a:t>1 auto por surtidor </a:t>
            </a:r>
            <a:endParaRPr sz="1800" b="0" i="0" u="none" strike="noStrike" cap="small" dirty="0">
              <a:solidFill>
                <a:schemeClr val="dk1"/>
              </a:solidFill>
              <a:latin typeface="Calibri"/>
              <a:ea typeface="Calibri"/>
              <a:cs typeface="Calibri"/>
              <a:sym typeface="Calibri"/>
            </a:endParaRPr>
          </a:p>
        </p:txBody>
      </p:sp>
      <p:sp>
        <p:nvSpPr>
          <p:cNvPr id="1229" name="Google Shape;1229;p37"/>
          <p:cNvSpPr txBox="1"/>
          <p:nvPr/>
        </p:nvSpPr>
        <p:spPr>
          <a:xfrm>
            <a:off x="7133245" y="1828775"/>
            <a:ext cx="914400" cy="914400"/>
          </a:xfrm>
          <a:prstGeom prst="rect">
            <a:avLst/>
          </a:prstGeom>
          <a:noFill/>
          <a:ln>
            <a:noFill/>
          </a:ln>
        </p:spPr>
        <p:txBody>
          <a:bodyPr spcFirstLastPara="1" wrap="square" lIns="91425" tIns="45700" rIns="91425" bIns="45700" anchor="ctr" anchorCtr="0">
            <a:normAutofit fontScale="70000" lnSpcReduction="2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 Cola de espera </a:t>
            </a:r>
            <a:endParaRPr dirty="0"/>
          </a:p>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dirty="0">
                <a:solidFill>
                  <a:schemeClr val="dk1"/>
                </a:solidFill>
                <a:latin typeface="Calibri"/>
                <a:ea typeface="Calibri"/>
                <a:cs typeface="Calibri"/>
                <a:sym typeface="Calibri"/>
              </a:rPr>
              <a:t>para pagar (sin limite) </a:t>
            </a:r>
            <a:endParaRPr sz="1800" b="0" i="0" u="none" strike="noStrike" cap="small" dirty="0">
              <a:solidFill>
                <a:schemeClr val="dk1"/>
              </a:solidFill>
              <a:latin typeface="Calibri"/>
              <a:ea typeface="Calibri"/>
              <a:cs typeface="Calibri"/>
              <a:sym typeface="Calibri"/>
            </a:endParaRPr>
          </a:p>
        </p:txBody>
      </p:sp>
      <p:sp>
        <p:nvSpPr>
          <p:cNvPr id="1230" name="Google Shape;1230;p37"/>
          <p:cNvSpPr txBox="1"/>
          <p:nvPr/>
        </p:nvSpPr>
        <p:spPr>
          <a:xfrm>
            <a:off x="1723328" y="2069016"/>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b="0" i="0" u="none" strike="noStrike" cap="small">
                <a:solidFill>
                  <a:schemeClr val="dk1"/>
                </a:solidFill>
                <a:latin typeface="Calibri"/>
                <a:ea typeface="Calibri"/>
                <a:cs typeface="Calibri"/>
                <a:sym typeface="Calibri"/>
              </a:rPr>
              <a:t> 5 Lugares de espera</a:t>
            </a:r>
            <a:endParaRPr/>
          </a:p>
        </p:txBody>
      </p:sp>
      <p:sp>
        <p:nvSpPr>
          <p:cNvPr id="1231" name="Google Shape;1231;p37"/>
          <p:cNvSpPr txBox="1"/>
          <p:nvPr/>
        </p:nvSpPr>
        <p:spPr>
          <a:xfrm>
            <a:off x="90295" y="2314849"/>
            <a:ext cx="914400" cy="914400"/>
          </a:xfrm>
          <a:prstGeom prst="rect">
            <a:avLst/>
          </a:prstGeom>
          <a:noFill/>
          <a:ln>
            <a:noFill/>
          </a:ln>
        </p:spPr>
        <p:txBody>
          <a:bodyPr spcFirstLastPara="1" wrap="square" lIns="91425" tIns="45700" rIns="91425" bIns="45700" anchor="ctr" anchorCtr="0">
            <a:normAutofit fontScale="62500" lnSpcReduction="20000"/>
          </a:bodyPr>
          <a:lstStyle/>
          <a:p>
            <a:pPr marL="0" marR="0" lvl="0" indent="0" algn="l" rtl="0">
              <a:lnSpc>
                <a:spcPct val="100000"/>
              </a:lnSpc>
              <a:spcBef>
                <a:spcPts val="0"/>
              </a:spcBef>
              <a:spcAft>
                <a:spcPts val="0"/>
              </a:spcAft>
              <a:buClr>
                <a:schemeClr val="dk1"/>
              </a:buClr>
              <a:buSzPct val="100000"/>
              <a:buFont typeface="Calibri"/>
              <a:buNone/>
            </a:pPr>
            <a:r>
              <a:rPr lang="es-ES" sz="1800" cap="small">
                <a:solidFill>
                  <a:schemeClr val="dk1"/>
                </a:solidFill>
                <a:latin typeface="Calibri"/>
                <a:ea typeface="Calibri"/>
                <a:cs typeface="Calibri"/>
                <a:sym typeface="Calibri"/>
              </a:rPr>
              <a:t>Los autos </a:t>
            </a:r>
            <a:endParaRPr/>
          </a:p>
          <a:p>
            <a:pPr marL="0" marR="0" lvl="0" indent="0" algn="l" rtl="0">
              <a:lnSpc>
                <a:spcPct val="100000"/>
              </a:lnSpc>
              <a:spcBef>
                <a:spcPts val="0"/>
              </a:spcBef>
              <a:spcAft>
                <a:spcPts val="0"/>
              </a:spcAft>
              <a:buClr>
                <a:schemeClr val="dk1"/>
              </a:buClr>
              <a:buSzPct val="100000"/>
              <a:buFont typeface="Calibri"/>
              <a:buNone/>
            </a:pPr>
            <a:r>
              <a:rPr lang="es-ES" sz="1800" cap="small">
                <a:solidFill>
                  <a:schemeClr val="dk1"/>
                </a:solidFill>
                <a:latin typeface="Calibri"/>
                <a:ea typeface="Calibri"/>
                <a:cs typeface="Calibri"/>
                <a:sym typeface="Calibri"/>
              </a:rPr>
              <a:t>llegan y esperan </a:t>
            </a:r>
            <a:endParaRPr/>
          </a:p>
          <a:p>
            <a:pPr marL="0" marR="0" lvl="0" indent="0" algn="l" rtl="0">
              <a:lnSpc>
                <a:spcPct val="100000"/>
              </a:lnSpc>
              <a:spcBef>
                <a:spcPts val="0"/>
              </a:spcBef>
              <a:spcAft>
                <a:spcPts val="0"/>
              </a:spcAft>
              <a:buClr>
                <a:schemeClr val="dk1"/>
              </a:buClr>
              <a:buSzPct val="100000"/>
              <a:buFont typeface="Calibri"/>
              <a:buNone/>
            </a:pPr>
            <a:r>
              <a:rPr lang="es-ES" sz="1800" cap="small">
                <a:solidFill>
                  <a:schemeClr val="dk1"/>
                </a:solidFill>
                <a:latin typeface="Calibri"/>
                <a:ea typeface="Calibri"/>
                <a:cs typeface="Calibri"/>
                <a:sym typeface="Calibri"/>
              </a:rPr>
              <a:t>Para  entrar en </a:t>
            </a:r>
            <a:endParaRPr/>
          </a:p>
          <a:p>
            <a:pPr marL="0" marR="0" lvl="0" indent="0" algn="l" rtl="0">
              <a:lnSpc>
                <a:spcPct val="100000"/>
              </a:lnSpc>
              <a:spcBef>
                <a:spcPts val="0"/>
              </a:spcBef>
              <a:spcAft>
                <a:spcPts val="0"/>
              </a:spcAft>
              <a:buClr>
                <a:schemeClr val="dk1"/>
              </a:buClr>
              <a:buSzPct val="100000"/>
              <a:buFont typeface="Calibri"/>
              <a:buNone/>
            </a:pPr>
            <a:r>
              <a:rPr lang="es-ES" sz="1800" cap="small">
                <a:solidFill>
                  <a:schemeClr val="dk1"/>
                </a:solidFill>
                <a:latin typeface="Calibri"/>
                <a:ea typeface="Calibri"/>
                <a:cs typeface="Calibri"/>
                <a:sym typeface="Calibri"/>
              </a:rPr>
              <a:t>la estación </a:t>
            </a:r>
            <a:endParaRPr sz="1800" b="0" i="0" u="none" strike="noStrike" cap="small">
              <a:solidFill>
                <a:schemeClr val="dk1"/>
              </a:solidFill>
              <a:latin typeface="Calibri"/>
              <a:ea typeface="Calibri"/>
              <a:cs typeface="Calibri"/>
              <a:sym typeface="Calibri"/>
            </a:endParaRPr>
          </a:p>
        </p:txBody>
      </p:sp>
      <p:sp>
        <p:nvSpPr>
          <p:cNvPr id="1232" name="Google Shape;1232;p37"/>
          <p:cNvSpPr txBox="1"/>
          <p:nvPr/>
        </p:nvSpPr>
        <p:spPr>
          <a:xfrm>
            <a:off x="9199827" y="5198640"/>
            <a:ext cx="914400" cy="914400"/>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2 cajas </a:t>
            </a:r>
            <a:endParaRPr/>
          </a:p>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Pasan uno por vez </a:t>
            </a:r>
            <a:endParaRPr sz="1800" b="0" i="0" u="none" strike="noStrike" cap="small">
              <a:solidFill>
                <a:schemeClr val="dk1"/>
              </a:solidFill>
              <a:latin typeface="Calibri"/>
              <a:ea typeface="Calibri"/>
              <a:cs typeface="Calibri"/>
              <a:sym typeface="Calibri"/>
            </a:endParaRPr>
          </a:p>
        </p:txBody>
      </p:sp>
      <p:sp>
        <p:nvSpPr>
          <p:cNvPr id="1233" name="Google Shape;1233;p37"/>
          <p:cNvSpPr txBox="1"/>
          <p:nvPr/>
        </p:nvSpPr>
        <p:spPr>
          <a:xfrm>
            <a:off x="10366239" y="4423615"/>
            <a:ext cx="914400" cy="914400"/>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1800"/>
              <a:buFont typeface="Calibri"/>
              <a:buNone/>
            </a:pPr>
            <a:r>
              <a:rPr lang="es-ES" sz="1800" cap="small">
                <a:solidFill>
                  <a:schemeClr val="dk1"/>
                </a:solidFill>
                <a:latin typeface="Calibri"/>
                <a:ea typeface="Calibri"/>
                <a:cs typeface="Calibri"/>
                <a:sym typeface="Calibri"/>
              </a:rPr>
              <a:t> Se retira</a:t>
            </a:r>
            <a:endParaRPr sz="1800" b="0" i="0" u="none" strike="noStrike" cap="small">
              <a:solidFill>
                <a:schemeClr val="dk1"/>
              </a:solidFill>
              <a:latin typeface="Calibri"/>
              <a:ea typeface="Calibri"/>
              <a:cs typeface="Calibri"/>
              <a:sym typeface="Calibri"/>
            </a:endParaRPr>
          </a:p>
        </p:txBody>
      </p:sp>
      <p:grpSp>
        <p:nvGrpSpPr>
          <p:cNvPr id="1234" name="Google Shape;1234;p37"/>
          <p:cNvGrpSpPr/>
          <p:nvPr/>
        </p:nvGrpSpPr>
        <p:grpSpPr>
          <a:xfrm>
            <a:off x="317551" y="3358597"/>
            <a:ext cx="1115723" cy="528403"/>
            <a:chOff x="443571" y="5463111"/>
            <a:chExt cx="1655794" cy="792163"/>
          </a:xfrm>
        </p:grpSpPr>
        <p:sp>
          <p:nvSpPr>
            <p:cNvPr id="1235" name="Google Shape;1235;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36" name="Google Shape;1236;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37" name="Google Shape;1237;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38" name="Google Shape;1238;p37"/>
            <p:cNvCxnSpPr>
              <a:endCxn id="1235"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39" name="Google Shape;1239;p37"/>
            <p:cNvCxnSpPr>
              <a:stCxn id="1235"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40" name="Google Shape;1240;p37"/>
          <p:cNvSpPr/>
          <p:nvPr/>
        </p:nvSpPr>
        <p:spPr>
          <a:xfrm>
            <a:off x="2259417" y="3467672"/>
            <a:ext cx="368447" cy="380201"/>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241" name="Google Shape;1241;p37"/>
          <p:cNvGrpSpPr/>
          <p:nvPr/>
        </p:nvGrpSpPr>
        <p:grpSpPr>
          <a:xfrm>
            <a:off x="4778968" y="1927716"/>
            <a:ext cx="1138478" cy="1109467"/>
            <a:chOff x="7036909" y="3163587"/>
            <a:chExt cx="1138478" cy="1109467"/>
          </a:xfrm>
        </p:grpSpPr>
        <p:grpSp>
          <p:nvGrpSpPr>
            <p:cNvPr id="1242" name="Google Shape;1242;p37"/>
            <p:cNvGrpSpPr/>
            <p:nvPr/>
          </p:nvGrpSpPr>
          <p:grpSpPr>
            <a:xfrm>
              <a:off x="7041889" y="3163587"/>
              <a:ext cx="1133498" cy="528403"/>
              <a:chOff x="443571" y="5463111"/>
              <a:chExt cx="1655794" cy="792163"/>
            </a:xfrm>
          </p:grpSpPr>
          <p:sp>
            <p:nvSpPr>
              <p:cNvPr id="1243" name="Google Shape;1243;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44" name="Google Shape;1244;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45" name="Google Shape;1245;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46" name="Google Shape;1246;p37"/>
              <p:cNvCxnSpPr>
                <a:endCxn id="1243"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47" name="Google Shape;1247;p37"/>
              <p:cNvCxnSpPr>
                <a:stCxn id="1243"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48" name="Google Shape;1248;p37"/>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9" name="Google Shape;1249;p37"/>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250" name="Google Shape;1250;p37"/>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51" name="Google Shape;1251;p37"/>
            <p:cNvCxnSpPr>
              <a:stCxn id="1248"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grpSp>
        <p:nvGrpSpPr>
          <p:cNvPr id="1252" name="Google Shape;1252;p37"/>
          <p:cNvGrpSpPr/>
          <p:nvPr/>
        </p:nvGrpSpPr>
        <p:grpSpPr>
          <a:xfrm>
            <a:off x="4778968" y="3328801"/>
            <a:ext cx="1138478" cy="1109467"/>
            <a:chOff x="7036909" y="3163587"/>
            <a:chExt cx="1138478" cy="1109467"/>
          </a:xfrm>
        </p:grpSpPr>
        <p:grpSp>
          <p:nvGrpSpPr>
            <p:cNvPr id="1253" name="Google Shape;1253;p37"/>
            <p:cNvGrpSpPr/>
            <p:nvPr/>
          </p:nvGrpSpPr>
          <p:grpSpPr>
            <a:xfrm>
              <a:off x="7041889" y="3163587"/>
              <a:ext cx="1133498" cy="528403"/>
              <a:chOff x="443571" y="5463111"/>
              <a:chExt cx="1655794" cy="792163"/>
            </a:xfrm>
          </p:grpSpPr>
          <p:sp>
            <p:nvSpPr>
              <p:cNvPr id="1254" name="Google Shape;1254;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55" name="Google Shape;1255;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56" name="Google Shape;1256;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57" name="Google Shape;1257;p37"/>
              <p:cNvCxnSpPr>
                <a:endCxn id="1254"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58" name="Google Shape;1258;p37"/>
              <p:cNvCxnSpPr>
                <a:stCxn id="1254"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59" name="Google Shape;1259;p37"/>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60" name="Google Shape;1260;p37"/>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261" name="Google Shape;1261;p37"/>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62" name="Google Shape;1262;p37"/>
            <p:cNvCxnSpPr>
              <a:stCxn id="1259"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grpSp>
        <p:nvGrpSpPr>
          <p:cNvPr id="1263" name="Google Shape;1263;p37"/>
          <p:cNvGrpSpPr/>
          <p:nvPr/>
        </p:nvGrpSpPr>
        <p:grpSpPr>
          <a:xfrm>
            <a:off x="4626454" y="4633664"/>
            <a:ext cx="1138478" cy="1109467"/>
            <a:chOff x="7036909" y="3163587"/>
            <a:chExt cx="1138478" cy="1109467"/>
          </a:xfrm>
        </p:grpSpPr>
        <p:grpSp>
          <p:nvGrpSpPr>
            <p:cNvPr id="1264" name="Google Shape;1264;p37"/>
            <p:cNvGrpSpPr/>
            <p:nvPr/>
          </p:nvGrpSpPr>
          <p:grpSpPr>
            <a:xfrm>
              <a:off x="7041889" y="3163587"/>
              <a:ext cx="1133498" cy="528403"/>
              <a:chOff x="443571" y="5463111"/>
              <a:chExt cx="1655794" cy="792163"/>
            </a:xfrm>
          </p:grpSpPr>
          <p:sp>
            <p:nvSpPr>
              <p:cNvPr id="1265" name="Google Shape;1265;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66" name="Google Shape;1266;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67" name="Google Shape;1267;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68" name="Google Shape;1268;p37"/>
              <p:cNvCxnSpPr>
                <a:endCxn id="1265"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69" name="Google Shape;1269;p37"/>
              <p:cNvCxnSpPr>
                <a:stCxn id="1265"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70" name="Google Shape;1270;p37"/>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71" name="Google Shape;1271;p37"/>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272" name="Google Shape;1272;p37"/>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73" name="Google Shape;1273;p37"/>
            <p:cNvCxnSpPr>
              <a:stCxn id="1270"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grpSp>
        <p:nvGrpSpPr>
          <p:cNvPr id="1274" name="Google Shape;1274;p37"/>
          <p:cNvGrpSpPr/>
          <p:nvPr/>
        </p:nvGrpSpPr>
        <p:grpSpPr>
          <a:xfrm>
            <a:off x="9186692" y="2341190"/>
            <a:ext cx="1138478" cy="1109467"/>
            <a:chOff x="7036909" y="3163587"/>
            <a:chExt cx="1138478" cy="1109467"/>
          </a:xfrm>
        </p:grpSpPr>
        <p:grpSp>
          <p:nvGrpSpPr>
            <p:cNvPr id="1275" name="Google Shape;1275;p37"/>
            <p:cNvGrpSpPr/>
            <p:nvPr/>
          </p:nvGrpSpPr>
          <p:grpSpPr>
            <a:xfrm>
              <a:off x="7041889" y="3163587"/>
              <a:ext cx="1133498" cy="528403"/>
              <a:chOff x="443571" y="5463111"/>
              <a:chExt cx="1655794" cy="792163"/>
            </a:xfrm>
          </p:grpSpPr>
          <p:sp>
            <p:nvSpPr>
              <p:cNvPr id="1276" name="Google Shape;1276;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77" name="Google Shape;1277;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78" name="Google Shape;1278;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79" name="Google Shape;1279;p37"/>
              <p:cNvCxnSpPr>
                <a:endCxn id="1276"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80" name="Google Shape;1280;p37"/>
              <p:cNvCxnSpPr>
                <a:stCxn id="1276"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81" name="Google Shape;1281;p37"/>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2" name="Google Shape;1282;p37"/>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283" name="Google Shape;1283;p37"/>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84" name="Google Shape;1284;p37"/>
            <p:cNvCxnSpPr>
              <a:stCxn id="1281"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grpSp>
        <p:nvGrpSpPr>
          <p:cNvPr id="1285" name="Google Shape;1285;p37"/>
          <p:cNvGrpSpPr/>
          <p:nvPr/>
        </p:nvGrpSpPr>
        <p:grpSpPr>
          <a:xfrm>
            <a:off x="9185863" y="3745244"/>
            <a:ext cx="1138478" cy="1109467"/>
            <a:chOff x="7036909" y="3163587"/>
            <a:chExt cx="1138478" cy="1109467"/>
          </a:xfrm>
        </p:grpSpPr>
        <p:grpSp>
          <p:nvGrpSpPr>
            <p:cNvPr id="1286" name="Google Shape;1286;p37"/>
            <p:cNvGrpSpPr/>
            <p:nvPr/>
          </p:nvGrpSpPr>
          <p:grpSpPr>
            <a:xfrm>
              <a:off x="7041889" y="3163587"/>
              <a:ext cx="1133498" cy="528403"/>
              <a:chOff x="443571" y="5463111"/>
              <a:chExt cx="1655794" cy="792163"/>
            </a:xfrm>
          </p:grpSpPr>
          <p:sp>
            <p:nvSpPr>
              <p:cNvPr id="1287" name="Google Shape;1287;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288" name="Google Shape;1288;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89" name="Google Shape;1289;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290" name="Google Shape;1290;p37"/>
              <p:cNvCxnSpPr>
                <a:endCxn id="1287"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291" name="Google Shape;1291;p37"/>
              <p:cNvCxnSpPr>
                <a:stCxn id="1287"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
          <p:nvSpPr>
            <p:cNvPr id="1292" name="Google Shape;1292;p37"/>
            <p:cNvSpPr/>
            <p:nvPr/>
          </p:nvSpPr>
          <p:spPr>
            <a:xfrm>
              <a:off x="7455922" y="3883655"/>
              <a:ext cx="295583" cy="310777"/>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93" name="Google Shape;1293;p37"/>
            <p:cNvSpPr txBox="1"/>
            <p:nvPr/>
          </p:nvSpPr>
          <p:spPr>
            <a:xfrm rot="5400000">
              <a:off x="7478686" y="3758776"/>
              <a:ext cx="389399" cy="63915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2400"/>
                <a:buFont typeface="Calibri"/>
                <a:buNone/>
              </a:pPr>
              <a:r>
                <a:rPr lang="es-ES" sz="2400" cap="small">
                  <a:solidFill>
                    <a:schemeClr val="dk1"/>
                  </a:solidFill>
                  <a:latin typeface="Calibri"/>
                  <a:ea typeface="Calibri"/>
                  <a:cs typeface="Calibri"/>
                  <a:sym typeface="Calibri"/>
                </a:rPr>
                <a:t> </a:t>
              </a:r>
              <a:r>
                <a:rPr lang="es-ES" sz="3200" b="1" cap="small">
                  <a:solidFill>
                    <a:schemeClr val="dk1"/>
                  </a:solidFill>
                  <a:latin typeface="Calibri"/>
                  <a:ea typeface="Calibri"/>
                  <a:cs typeface="Calibri"/>
                  <a:sym typeface="Calibri"/>
                </a:rPr>
                <a:t>.</a:t>
              </a:r>
              <a:endParaRPr sz="2400" b="1" i="0" u="none" strike="noStrike" cap="small">
                <a:solidFill>
                  <a:schemeClr val="dk1"/>
                </a:solidFill>
                <a:latin typeface="Calibri"/>
                <a:ea typeface="Calibri"/>
                <a:cs typeface="Calibri"/>
                <a:sym typeface="Calibri"/>
              </a:endParaRPr>
            </a:p>
          </p:txBody>
        </p:sp>
        <p:cxnSp>
          <p:nvCxnSpPr>
            <p:cNvPr id="1294" name="Google Shape;1294;p37"/>
            <p:cNvCxnSpPr/>
            <p:nvPr/>
          </p:nvCxnSpPr>
          <p:spPr>
            <a:xfrm flipH="1">
              <a:off x="7696516" y="3502881"/>
              <a:ext cx="423812" cy="450471"/>
            </a:xfrm>
            <a:prstGeom prst="straightConnector1">
              <a:avLst/>
            </a:prstGeom>
            <a:noFill/>
            <a:ln w="9525" cap="flat" cmpd="sng">
              <a:solidFill>
                <a:schemeClr val="dk1"/>
              </a:solidFill>
              <a:prstDash val="solid"/>
              <a:round/>
              <a:headEnd type="none" w="sm" len="sm"/>
              <a:tailEnd type="triangle" w="med" len="med"/>
            </a:ln>
          </p:spPr>
        </p:cxnSp>
        <p:cxnSp>
          <p:nvCxnSpPr>
            <p:cNvPr id="1295" name="Google Shape;1295;p37"/>
            <p:cNvCxnSpPr>
              <a:stCxn id="1292" idx="1"/>
            </p:cNvCxnSpPr>
            <p:nvPr/>
          </p:nvCxnSpPr>
          <p:spPr>
            <a:xfrm rot="10800000">
              <a:off x="7036909" y="3514267"/>
              <a:ext cx="462300" cy="414900"/>
            </a:xfrm>
            <a:prstGeom prst="straightConnector1">
              <a:avLst/>
            </a:prstGeom>
            <a:noFill/>
            <a:ln w="9525" cap="flat" cmpd="sng">
              <a:solidFill>
                <a:schemeClr val="dk1"/>
              </a:solidFill>
              <a:prstDash val="solid"/>
              <a:round/>
              <a:headEnd type="none" w="sm" len="sm"/>
              <a:tailEnd type="triangle" w="med" len="med"/>
            </a:ln>
          </p:spPr>
        </p:cxnSp>
      </p:grpSp>
      <p:cxnSp>
        <p:nvCxnSpPr>
          <p:cNvPr id="1296" name="Google Shape;1296;p37"/>
          <p:cNvCxnSpPr>
            <a:endCxn id="1240" idx="2"/>
          </p:cNvCxnSpPr>
          <p:nvPr/>
        </p:nvCxnSpPr>
        <p:spPr>
          <a:xfrm>
            <a:off x="1511517" y="3647572"/>
            <a:ext cx="747900" cy="10200"/>
          </a:xfrm>
          <a:prstGeom prst="straightConnector1">
            <a:avLst/>
          </a:prstGeom>
          <a:noFill/>
          <a:ln w="9525" cap="flat" cmpd="sng">
            <a:solidFill>
              <a:schemeClr val="dk1"/>
            </a:solidFill>
            <a:prstDash val="solid"/>
            <a:round/>
            <a:headEnd type="none" w="med" len="med"/>
            <a:tailEnd type="stealth" w="med" len="med"/>
          </a:ln>
        </p:spPr>
      </p:cxnSp>
      <p:cxnSp>
        <p:nvCxnSpPr>
          <p:cNvPr id="1297" name="Google Shape;1297;p37"/>
          <p:cNvCxnSpPr/>
          <p:nvPr/>
        </p:nvCxnSpPr>
        <p:spPr>
          <a:xfrm rot="10800000" flipH="1">
            <a:off x="2717879" y="2180326"/>
            <a:ext cx="1929236" cy="1342260"/>
          </a:xfrm>
          <a:prstGeom prst="straightConnector1">
            <a:avLst/>
          </a:prstGeom>
          <a:noFill/>
          <a:ln w="9525" cap="flat" cmpd="sng">
            <a:solidFill>
              <a:schemeClr val="dk1"/>
            </a:solidFill>
            <a:prstDash val="solid"/>
            <a:round/>
            <a:headEnd type="none" w="med" len="med"/>
            <a:tailEnd type="stealth" w="med" len="med"/>
          </a:ln>
        </p:spPr>
      </p:cxnSp>
      <p:cxnSp>
        <p:nvCxnSpPr>
          <p:cNvPr id="1298" name="Google Shape;1298;p37"/>
          <p:cNvCxnSpPr/>
          <p:nvPr/>
        </p:nvCxnSpPr>
        <p:spPr>
          <a:xfrm rot="10800000" flipH="1">
            <a:off x="2774140" y="3646624"/>
            <a:ext cx="1912519" cy="41343"/>
          </a:xfrm>
          <a:prstGeom prst="straightConnector1">
            <a:avLst/>
          </a:prstGeom>
          <a:noFill/>
          <a:ln w="9525" cap="flat" cmpd="sng">
            <a:solidFill>
              <a:schemeClr val="dk1"/>
            </a:solidFill>
            <a:prstDash val="solid"/>
            <a:round/>
            <a:headEnd type="none" w="med" len="med"/>
            <a:tailEnd type="stealth" w="med" len="med"/>
          </a:ln>
        </p:spPr>
      </p:cxnSp>
      <p:cxnSp>
        <p:nvCxnSpPr>
          <p:cNvPr id="1299" name="Google Shape;1299;p37"/>
          <p:cNvCxnSpPr/>
          <p:nvPr/>
        </p:nvCxnSpPr>
        <p:spPr>
          <a:xfrm>
            <a:off x="2787101" y="3842753"/>
            <a:ext cx="1730593" cy="1055113"/>
          </a:xfrm>
          <a:prstGeom prst="straightConnector1">
            <a:avLst/>
          </a:prstGeom>
          <a:noFill/>
          <a:ln w="9525" cap="flat" cmpd="sng">
            <a:solidFill>
              <a:schemeClr val="dk1"/>
            </a:solidFill>
            <a:prstDash val="solid"/>
            <a:round/>
            <a:headEnd type="none" w="med" len="med"/>
            <a:tailEnd type="stealth" w="med" len="med"/>
          </a:ln>
        </p:spPr>
      </p:cxnSp>
      <p:sp>
        <p:nvSpPr>
          <p:cNvPr id="1300" name="Google Shape;1300;p37"/>
          <p:cNvSpPr/>
          <p:nvPr/>
        </p:nvSpPr>
        <p:spPr>
          <a:xfrm>
            <a:off x="7512787" y="3379259"/>
            <a:ext cx="368447" cy="380201"/>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301" name="Google Shape;1301;p37"/>
          <p:cNvCxnSpPr>
            <a:endCxn id="1300" idx="1"/>
          </p:cNvCxnSpPr>
          <p:nvPr/>
        </p:nvCxnSpPr>
        <p:spPr>
          <a:xfrm>
            <a:off x="5902045" y="2233738"/>
            <a:ext cx="1664700" cy="1201200"/>
          </a:xfrm>
          <a:prstGeom prst="straightConnector1">
            <a:avLst/>
          </a:prstGeom>
          <a:noFill/>
          <a:ln w="9525" cap="flat" cmpd="sng">
            <a:solidFill>
              <a:schemeClr val="dk1"/>
            </a:solidFill>
            <a:prstDash val="solid"/>
            <a:round/>
            <a:headEnd type="none" w="med" len="med"/>
            <a:tailEnd type="stealth" w="med" len="med"/>
          </a:ln>
        </p:spPr>
      </p:cxnSp>
      <p:cxnSp>
        <p:nvCxnSpPr>
          <p:cNvPr id="1302" name="Google Shape;1302;p37"/>
          <p:cNvCxnSpPr>
            <a:endCxn id="1300" idx="2"/>
          </p:cNvCxnSpPr>
          <p:nvPr/>
        </p:nvCxnSpPr>
        <p:spPr>
          <a:xfrm rot="10800000" flipH="1">
            <a:off x="5945287" y="3569359"/>
            <a:ext cx="1567500" cy="51300"/>
          </a:xfrm>
          <a:prstGeom prst="straightConnector1">
            <a:avLst/>
          </a:prstGeom>
          <a:noFill/>
          <a:ln w="9525" cap="flat" cmpd="sng">
            <a:solidFill>
              <a:schemeClr val="dk1"/>
            </a:solidFill>
            <a:prstDash val="solid"/>
            <a:round/>
            <a:headEnd type="none" w="med" len="med"/>
            <a:tailEnd type="stealth" w="med" len="med"/>
          </a:ln>
        </p:spPr>
      </p:cxnSp>
      <p:cxnSp>
        <p:nvCxnSpPr>
          <p:cNvPr id="1303" name="Google Shape;1303;p37"/>
          <p:cNvCxnSpPr>
            <a:endCxn id="1300" idx="3"/>
          </p:cNvCxnSpPr>
          <p:nvPr/>
        </p:nvCxnSpPr>
        <p:spPr>
          <a:xfrm rot="10800000" flipH="1">
            <a:off x="5847445" y="3703781"/>
            <a:ext cx="1719300" cy="1176900"/>
          </a:xfrm>
          <a:prstGeom prst="straightConnector1">
            <a:avLst/>
          </a:prstGeom>
          <a:noFill/>
          <a:ln w="9525" cap="flat" cmpd="sng">
            <a:solidFill>
              <a:schemeClr val="dk1"/>
            </a:solidFill>
            <a:prstDash val="solid"/>
            <a:round/>
            <a:headEnd type="none" w="med" len="med"/>
            <a:tailEnd type="stealth" w="med" len="med"/>
          </a:ln>
        </p:spPr>
      </p:cxnSp>
      <p:cxnSp>
        <p:nvCxnSpPr>
          <p:cNvPr id="1304" name="Google Shape;1304;p37"/>
          <p:cNvCxnSpPr/>
          <p:nvPr/>
        </p:nvCxnSpPr>
        <p:spPr>
          <a:xfrm rot="10800000" flipH="1">
            <a:off x="7854222" y="2647784"/>
            <a:ext cx="1182711" cy="789681"/>
          </a:xfrm>
          <a:prstGeom prst="straightConnector1">
            <a:avLst/>
          </a:prstGeom>
          <a:noFill/>
          <a:ln w="9525" cap="flat" cmpd="sng">
            <a:solidFill>
              <a:schemeClr val="dk1"/>
            </a:solidFill>
            <a:prstDash val="solid"/>
            <a:round/>
            <a:headEnd type="none" w="med" len="med"/>
            <a:tailEnd type="stealth" w="med" len="med"/>
          </a:ln>
        </p:spPr>
      </p:cxnSp>
      <p:cxnSp>
        <p:nvCxnSpPr>
          <p:cNvPr id="1305" name="Google Shape;1305;p37"/>
          <p:cNvCxnSpPr/>
          <p:nvPr/>
        </p:nvCxnSpPr>
        <p:spPr>
          <a:xfrm>
            <a:off x="7884508" y="3672975"/>
            <a:ext cx="1270815" cy="274375"/>
          </a:xfrm>
          <a:prstGeom prst="straightConnector1">
            <a:avLst/>
          </a:prstGeom>
          <a:noFill/>
          <a:ln w="9525" cap="flat" cmpd="sng">
            <a:solidFill>
              <a:schemeClr val="dk1"/>
            </a:solidFill>
            <a:prstDash val="solid"/>
            <a:round/>
            <a:headEnd type="none" w="med" len="med"/>
            <a:tailEnd type="stealth" w="med" len="med"/>
          </a:ln>
        </p:spPr>
      </p:cxnSp>
      <p:sp>
        <p:nvSpPr>
          <p:cNvPr id="1306" name="Google Shape;1306;p37"/>
          <p:cNvSpPr/>
          <p:nvPr/>
        </p:nvSpPr>
        <p:spPr>
          <a:xfrm>
            <a:off x="2243437" y="4729836"/>
            <a:ext cx="517179" cy="499491"/>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7" name="Google Shape;1307;p37"/>
          <p:cNvSpPr txBox="1"/>
          <p:nvPr/>
        </p:nvSpPr>
        <p:spPr>
          <a:xfrm>
            <a:off x="2369369" y="4619637"/>
            <a:ext cx="1197023" cy="609691"/>
          </a:xfrm>
          <a:prstGeom prst="rect">
            <a:avLst/>
          </a:prstGeom>
          <a:noFill/>
          <a:ln>
            <a:noFill/>
          </a:ln>
        </p:spPr>
        <p:txBody>
          <a:bodyPr spcFirstLastPara="1" wrap="square" lIns="91425" tIns="45700" rIns="91425" bIns="45700" anchor="ctr" anchorCtr="0">
            <a:normAutofit fontScale="55000" lnSpcReduction="20000"/>
          </a:bodyPr>
          <a:lstStyle/>
          <a:p>
            <a:pPr marL="0" marR="0" lvl="0" indent="0" algn="l" rtl="0">
              <a:lnSpc>
                <a:spcPct val="100000"/>
              </a:lnSpc>
              <a:spcBef>
                <a:spcPts val="0"/>
              </a:spcBef>
              <a:spcAft>
                <a:spcPts val="0"/>
              </a:spcAft>
              <a:buClr>
                <a:schemeClr val="dk1"/>
              </a:buClr>
              <a:buSzPct val="100000"/>
              <a:buFont typeface="Calibri"/>
              <a:buNone/>
            </a:pPr>
            <a:r>
              <a:rPr lang="es-ES" sz="3600" b="1" cap="small">
                <a:solidFill>
                  <a:schemeClr val="dk1"/>
                </a:solidFill>
                <a:latin typeface="Calibri"/>
                <a:ea typeface="Calibri"/>
                <a:cs typeface="Calibri"/>
                <a:sym typeface="Calibri"/>
              </a:rPr>
              <a:t>..</a:t>
            </a:r>
            <a:endParaRPr/>
          </a:p>
          <a:p>
            <a:pPr marL="0" marR="0" lvl="0" indent="0" algn="l" rtl="0">
              <a:lnSpc>
                <a:spcPct val="100000"/>
              </a:lnSpc>
              <a:spcBef>
                <a:spcPts val="0"/>
              </a:spcBef>
              <a:spcAft>
                <a:spcPts val="0"/>
              </a:spcAft>
              <a:buClr>
                <a:schemeClr val="dk1"/>
              </a:buClr>
              <a:buSzPct val="100000"/>
              <a:buFont typeface="Calibri"/>
              <a:buNone/>
            </a:pPr>
            <a:r>
              <a:rPr lang="es-ES" sz="3600" b="1" cap="small">
                <a:solidFill>
                  <a:schemeClr val="dk1"/>
                </a:solidFill>
                <a:latin typeface="Calibri"/>
                <a:ea typeface="Calibri"/>
                <a:cs typeface="Calibri"/>
                <a:sym typeface="Calibri"/>
              </a:rPr>
              <a:t>…</a:t>
            </a:r>
            <a:endParaRPr/>
          </a:p>
        </p:txBody>
      </p:sp>
      <p:cxnSp>
        <p:nvCxnSpPr>
          <p:cNvPr id="1308" name="Google Shape;1308;p37"/>
          <p:cNvCxnSpPr>
            <a:stCxn id="1306" idx="1"/>
          </p:cNvCxnSpPr>
          <p:nvPr/>
        </p:nvCxnSpPr>
        <p:spPr>
          <a:xfrm rot="10800000">
            <a:off x="1478276" y="3653385"/>
            <a:ext cx="840900" cy="1149600"/>
          </a:xfrm>
          <a:prstGeom prst="straightConnector1">
            <a:avLst/>
          </a:prstGeom>
          <a:noFill/>
          <a:ln w="9525" cap="flat" cmpd="sng">
            <a:solidFill>
              <a:schemeClr val="dk1"/>
            </a:solidFill>
            <a:prstDash val="solid"/>
            <a:round/>
            <a:headEnd type="none" w="med" len="med"/>
            <a:tailEnd type="stealth" w="med" len="med"/>
          </a:ln>
        </p:spPr>
      </p:cxnSp>
      <p:cxnSp>
        <p:nvCxnSpPr>
          <p:cNvPr id="1309" name="Google Shape;1309;p37"/>
          <p:cNvCxnSpPr/>
          <p:nvPr/>
        </p:nvCxnSpPr>
        <p:spPr>
          <a:xfrm flipH="1">
            <a:off x="2669001" y="2233593"/>
            <a:ext cx="2067347" cy="2515209"/>
          </a:xfrm>
          <a:prstGeom prst="straightConnector1">
            <a:avLst/>
          </a:prstGeom>
          <a:noFill/>
          <a:ln w="9525" cap="flat" cmpd="sng">
            <a:solidFill>
              <a:schemeClr val="dk1"/>
            </a:solidFill>
            <a:prstDash val="solid"/>
            <a:round/>
            <a:headEnd type="none" w="med" len="med"/>
            <a:tailEnd type="stealth" w="med" len="med"/>
          </a:ln>
        </p:spPr>
      </p:cxnSp>
      <p:cxnSp>
        <p:nvCxnSpPr>
          <p:cNvPr id="1310" name="Google Shape;1310;p37"/>
          <p:cNvCxnSpPr/>
          <p:nvPr/>
        </p:nvCxnSpPr>
        <p:spPr>
          <a:xfrm flipH="1">
            <a:off x="2821402" y="3757782"/>
            <a:ext cx="1835521" cy="1143420"/>
          </a:xfrm>
          <a:prstGeom prst="straightConnector1">
            <a:avLst/>
          </a:prstGeom>
          <a:noFill/>
          <a:ln w="9525" cap="flat" cmpd="sng">
            <a:solidFill>
              <a:schemeClr val="dk1"/>
            </a:solidFill>
            <a:prstDash val="solid"/>
            <a:round/>
            <a:headEnd type="none" w="med" len="med"/>
            <a:tailEnd type="stealth" w="med" len="med"/>
          </a:ln>
        </p:spPr>
      </p:cxnSp>
      <p:cxnSp>
        <p:nvCxnSpPr>
          <p:cNvPr id="1311" name="Google Shape;1311;p37"/>
          <p:cNvCxnSpPr/>
          <p:nvPr/>
        </p:nvCxnSpPr>
        <p:spPr>
          <a:xfrm flipH="1">
            <a:off x="2795964" y="4976043"/>
            <a:ext cx="1692686" cy="60635"/>
          </a:xfrm>
          <a:prstGeom prst="straightConnector1">
            <a:avLst/>
          </a:prstGeom>
          <a:noFill/>
          <a:ln w="9525" cap="flat" cmpd="sng">
            <a:solidFill>
              <a:schemeClr val="dk1"/>
            </a:solidFill>
            <a:prstDash val="solid"/>
            <a:round/>
            <a:headEnd type="none" w="med" len="med"/>
            <a:tailEnd type="stealth" w="med" len="med"/>
          </a:ln>
        </p:spPr>
      </p:cxnSp>
      <p:grpSp>
        <p:nvGrpSpPr>
          <p:cNvPr id="1312" name="Google Shape;1312;p37"/>
          <p:cNvGrpSpPr/>
          <p:nvPr/>
        </p:nvGrpSpPr>
        <p:grpSpPr>
          <a:xfrm>
            <a:off x="10322396" y="2358020"/>
            <a:ext cx="1133498" cy="528403"/>
            <a:chOff x="443571" y="5463111"/>
            <a:chExt cx="1655794" cy="792163"/>
          </a:xfrm>
        </p:grpSpPr>
        <p:sp>
          <p:nvSpPr>
            <p:cNvPr id="1313" name="Google Shape;1313;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314" name="Google Shape;1314;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315" name="Google Shape;1315;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316" name="Google Shape;1316;p37"/>
            <p:cNvCxnSpPr>
              <a:endCxn id="1313"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317" name="Google Shape;1317;p37"/>
            <p:cNvCxnSpPr>
              <a:stCxn id="1313"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grpSp>
        <p:nvGrpSpPr>
          <p:cNvPr id="1318" name="Google Shape;1318;p37"/>
          <p:cNvGrpSpPr/>
          <p:nvPr/>
        </p:nvGrpSpPr>
        <p:grpSpPr>
          <a:xfrm>
            <a:off x="10342684" y="3745245"/>
            <a:ext cx="1030452" cy="528403"/>
            <a:chOff x="443571" y="5463111"/>
            <a:chExt cx="1655794" cy="792163"/>
          </a:xfrm>
        </p:grpSpPr>
        <p:sp>
          <p:nvSpPr>
            <p:cNvPr id="1319" name="Google Shape;1319;p37"/>
            <p:cNvSpPr/>
            <p:nvPr/>
          </p:nvSpPr>
          <p:spPr>
            <a:xfrm>
              <a:off x="1048382" y="5679010"/>
              <a:ext cx="431782" cy="4318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320" name="Google Shape;1320;p37"/>
            <p:cNvCxnSpPr/>
            <p:nvPr/>
          </p:nvCxnSpPr>
          <p:spPr>
            <a:xfrm rot="5400000">
              <a:off x="47489"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321" name="Google Shape;1321;p37"/>
            <p:cNvCxnSpPr/>
            <p:nvPr/>
          </p:nvCxnSpPr>
          <p:spPr>
            <a:xfrm rot="5400000">
              <a:off x="1703181" y="5859192"/>
              <a:ext cx="792163" cy="0"/>
            </a:xfrm>
            <a:prstGeom prst="straightConnector1">
              <a:avLst/>
            </a:prstGeom>
            <a:noFill/>
            <a:ln w="25400" cap="flat" cmpd="sng">
              <a:solidFill>
                <a:schemeClr val="dk1"/>
              </a:solidFill>
              <a:prstDash val="solid"/>
              <a:round/>
              <a:headEnd type="none" w="med" len="med"/>
              <a:tailEnd type="none" w="med" len="med"/>
            </a:ln>
          </p:spPr>
        </p:cxnSp>
        <p:cxnSp>
          <p:nvCxnSpPr>
            <p:cNvPr id="1322" name="Google Shape;1322;p37"/>
            <p:cNvCxnSpPr>
              <a:endCxn id="1319" idx="2"/>
            </p:cNvCxnSpPr>
            <p:nvPr/>
          </p:nvCxnSpPr>
          <p:spPr>
            <a:xfrm>
              <a:off x="443582" y="5893410"/>
              <a:ext cx="604800" cy="1500"/>
            </a:xfrm>
            <a:prstGeom prst="straightConnector1">
              <a:avLst/>
            </a:prstGeom>
            <a:noFill/>
            <a:ln w="9525" cap="flat" cmpd="sng">
              <a:solidFill>
                <a:schemeClr val="dk1"/>
              </a:solidFill>
              <a:prstDash val="solid"/>
              <a:round/>
              <a:headEnd type="none" w="med" len="med"/>
              <a:tailEnd type="stealth" w="med" len="med"/>
            </a:ln>
          </p:spPr>
        </p:cxnSp>
        <p:cxnSp>
          <p:nvCxnSpPr>
            <p:cNvPr id="1323" name="Google Shape;1323;p37"/>
            <p:cNvCxnSpPr>
              <a:stCxn id="1319" idx="6"/>
            </p:cNvCxnSpPr>
            <p:nvPr/>
          </p:nvCxnSpPr>
          <p:spPr>
            <a:xfrm>
              <a:off x="1480164" y="5894910"/>
              <a:ext cx="619200" cy="1500"/>
            </a:xfrm>
            <a:prstGeom prst="straightConnector1">
              <a:avLst/>
            </a:prstGeom>
            <a:noFill/>
            <a:ln w="9525" cap="flat" cmpd="sng">
              <a:solidFill>
                <a:schemeClr val="dk1"/>
              </a:solidFill>
              <a:prstDash val="solid"/>
              <a:round/>
              <a:headEnd type="none" w="med" len="med"/>
              <a:tailEnd type="stealth"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4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5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6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9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9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9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0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0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0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0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0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30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27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28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22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31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31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2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23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30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30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30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30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310"/>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27"/>
        <p:cNvGrpSpPr/>
        <p:nvPr/>
      </p:nvGrpSpPr>
      <p:grpSpPr>
        <a:xfrm>
          <a:off x="0" y="0"/>
          <a:ext cx="0" cy="0"/>
          <a:chOff x="0" y="0"/>
          <a:chExt cx="0" cy="0"/>
        </a:xfrm>
      </p:grpSpPr>
      <p:sp>
        <p:nvSpPr>
          <p:cNvPr id="1328" name="Google Shape;1328;p38"/>
          <p:cNvSpPr txBox="1">
            <a:spLocks noGrp="1"/>
          </p:cNvSpPr>
          <p:nvPr>
            <p:ph type="title"/>
          </p:nvPr>
        </p:nvSpPr>
        <p:spPr>
          <a:xfrm>
            <a:off x="1246432" y="454683"/>
            <a:ext cx="10772700" cy="1129500"/>
          </a:xfrm>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None/>
            </a:pPr>
            <a:r>
              <a:rPr lang="es-ES" sz="3600" dirty="0"/>
              <a:t>Redes de Petri – Características</a:t>
            </a:r>
            <a:endParaRPr sz="3600" dirty="0"/>
          </a:p>
        </p:txBody>
      </p:sp>
      <p:sp>
        <p:nvSpPr>
          <p:cNvPr id="1330" name="Google Shape;1330;p38"/>
          <p:cNvSpPr txBox="1">
            <a:spLocks noGrp="1"/>
          </p:cNvSpPr>
          <p:nvPr>
            <p:ph type="sldNum" idx="12"/>
          </p:nvPr>
        </p:nvSpPr>
        <p:spPr>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36</a:t>
            </a:fld>
            <a:endParaRPr/>
          </a:p>
        </p:txBody>
      </p:sp>
      <p:sp>
        <p:nvSpPr>
          <p:cNvPr id="1329" name="Google Shape;1329;p38"/>
          <p:cNvSpPr txBox="1">
            <a:spLocks noGrp="1"/>
          </p:cNvSpPr>
          <p:nvPr>
            <p:ph type="body" idx="1"/>
          </p:nvPr>
        </p:nvSpPr>
        <p:spPr>
          <a:xfrm>
            <a:off x="1199400" y="1924617"/>
            <a:ext cx="9793200" cy="4478700"/>
          </a:xfrm>
          <a:prstGeom prst="rect">
            <a:avLst/>
          </a:prstGeom>
          <a:noFill/>
          <a:ln>
            <a:noFill/>
          </a:ln>
        </p:spPr>
        <p:txBody>
          <a:bodyPr spcFirstLastPara="1" wrap="square" lIns="91425" tIns="45700" rIns="91425" bIns="45700" anchor="t" anchorCtr="0">
            <a:normAutofit/>
          </a:bodyPr>
          <a:lstStyle/>
          <a:p>
            <a:pPr marL="68580" lvl="0" indent="-152400" algn="l" rtl="0">
              <a:lnSpc>
                <a:spcPct val="85000"/>
              </a:lnSpc>
              <a:spcBef>
                <a:spcPts val="0"/>
              </a:spcBef>
              <a:spcAft>
                <a:spcPts val="0"/>
              </a:spcAft>
              <a:buClrTx/>
              <a:buSzPts val="2400"/>
              <a:buFont typeface="Arial"/>
              <a:buChar char="»"/>
            </a:pPr>
            <a:r>
              <a:rPr lang="es-ES" sz="2400" dirty="0"/>
              <a:t>Es importante desarrollar modelos de los sistemas de eventos discretos para estudiarlos y comprender su comportamiento. </a:t>
            </a:r>
            <a:endParaRPr sz="2400" dirty="0"/>
          </a:p>
          <a:p>
            <a:pPr marL="68580" lvl="0" indent="-152400" algn="l" rtl="0">
              <a:lnSpc>
                <a:spcPct val="85000"/>
              </a:lnSpc>
              <a:spcBef>
                <a:spcPts val="975"/>
              </a:spcBef>
              <a:spcAft>
                <a:spcPts val="0"/>
              </a:spcAft>
              <a:buClrTx/>
              <a:buSzPts val="2400"/>
              <a:buFont typeface="Arial"/>
              <a:buChar char="»"/>
            </a:pPr>
            <a:r>
              <a:rPr lang="es-ES" sz="2400" dirty="0"/>
              <a:t>Existen herramientas computacionales que permiten analizar este tipo de sistemas, las cuales están basadas en análisis estadísticos y ofrecen soluciones con ciertos grados de incertidumbre.</a:t>
            </a:r>
            <a:endParaRPr dirty="0"/>
          </a:p>
          <a:p>
            <a:pPr marL="68580" lvl="0" indent="-152400" algn="l" rtl="0">
              <a:lnSpc>
                <a:spcPct val="85000"/>
              </a:lnSpc>
              <a:spcBef>
                <a:spcPts val="975"/>
              </a:spcBef>
              <a:spcAft>
                <a:spcPts val="0"/>
              </a:spcAft>
              <a:buClrTx/>
              <a:buSzPts val="2400"/>
              <a:buFont typeface="Arial"/>
              <a:buChar char="»"/>
            </a:pPr>
            <a:r>
              <a:rPr lang="es-ES" sz="2400" dirty="0"/>
              <a:t>Por otro lado, las </a:t>
            </a:r>
            <a:r>
              <a:rPr lang="es-ES" sz="2400" dirty="0" err="1"/>
              <a:t>RdP</a:t>
            </a:r>
            <a:r>
              <a:rPr lang="es-ES" sz="2400" dirty="0"/>
              <a:t> pueden ser aplicadas para la modelación de sistemas de eventos discretos, las cuales ofrecen una forma de representación gráfica y matemática de los sistemas modelados. </a:t>
            </a:r>
            <a:endParaRPr sz="2400" dirty="0"/>
          </a:p>
          <a:p>
            <a:pPr marL="68580" lvl="0" indent="-152400" algn="l" rtl="0">
              <a:lnSpc>
                <a:spcPct val="85000"/>
              </a:lnSpc>
              <a:spcBef>
                <a:spcPts val="975"/>
              </a:spcBef>
              <a:spcAft>
                <a:spcPts val="0"/>
              </a:spcAft>
              <a:buClrTx/>
              <a:buSzPts val="2400"/>
              <a:buFont typeface="Arial"/>
              <a:buChar char="»"/>
            </a:pPr>
            <a:r>
              <a:rPr lang="es-ES" sz="2400" dirty="0"/>
              <a:t>La formalidad matemática de la </a:t>
            </a:r>
            <a:r>
              <a:rPr lang="es-ES" sz="2400" dirty="0" err="1"/>
              <a:t>RdP</a:t>
            </a:r>
            <a:r>
              <a:rPr lang="es-ES" sz="2400" dirty="0"/>
              <a:t> proporcionan herramientas de análisis para analizar los posibles estados a los que el sistema modelado pudiera alcanzar.</a:t>
            </a:r>
            <a:endParaRPr dirty="0"/>
          </a:p>
          <a:p>
            <a:pPr marL="68580" lvl="0" indent="0" algn="l" rtl="0">
              <a:lnSpc>
                <a:spcPct val="85000"/>
              </a:lnSpc>
              <a:spcBef>
                <a:spcPts val="975"/>
              </a:spcBef>
              <a:spcAft>
                <a:spcPts val="0"/>
              </a:spcAft>
              <a:buClrTx/>
              <a:buSzPts val="2400"/>
              <a:buFont typeface="Arial"/>
              <a:buNone/>
            </a:pPr>
            <a:endParaRPr sz="2400" dirty="0"/>
          </a:p>
        </p:txBody>
      </p:sp>
      <p:sp>
        <p:nvSpPr>
          <p:cNvPr id="1331" name="Google Shape;1331;p38"/>
          <p:cNvSpPr txBox="1">
            <a:spLocks noGrp="1"/>
          </p:cNvSpPr>
          <p:nvPr>
            <p:ph type="ftr" idx="11"/>
          </p:nvPr>
        </p:nvSpPr>
        <p:spPr>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ES"/>
              <a:t>Ingeniería de Software I</a:t>
            </a:r>
            <a:endParaRPr/>
          </a:p>
        </p:txBody>
      </p:sp>
    </p:spTree>
  </p:cSld>
  <p:clrMapOvr>
    <a:masterClrMapping/>
  </p:clrMapOvr>
</p:sld>
</file>

<file path=ppt/theme/theme1.xml><?xml version="1.0" encoding="utf-8"?>
<a:theme xmlns:a="http://schemas.openxmlformats.org/drawingml/2006/main" name="2_Retrospección">
  <a:themeElements>
    <a:clrScheme name="Personalizado 1">
      <a:dk1>
        <a:srgbClr val="0C0C0C"/>
      </a:dk1>
      <a:lt1>
        <a:srgbClr val="FFFFFF"/>
      </a:lt1>
      <a:dk2>
        <a:srgbClr val="3F3F3F"/>
      </a:dk2>
      <a:lt2>
        <a:srgbClr val="E4E9EF"/>
      </a:lt2>
      <a:accent1>
        <a:srgbClr val="54747B"/>
      </a:accent1>
      <a:accent2>
        <a:srgbClr val="8D1532"/>
      </a:accent2>
      <a:accent3>
        <a:srgbClr val="ADD6FF"/>
      </a:accent3>
      <a:accent4>
        <a:srgbClr val="846648"/>
      </a:accent4>
      <a:accent5>
        <a:srgbClr val="AAD957"/>
      </a:accent5>
      <a:accent6>
        <a:srgbClr val="758085"/>
      </a:accent6>
      <a:hlink>
        <a:srgbClr val="3399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NG I 2022 Clase 3 Requerimientos II-CU" id="{80EA9F4A-32E0-41C2-8E1F-138AC85E4AD0}" vid="{4D10B8EB-A489-4EA0-A0C0-B053C11A963B}"/>
    </a:ext>
  </a:ext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2368</Words>
  <Application>Microsoft Office PowerPoint</Application>
  <PresentationFormat>Panorámica</PresentationFormat>
  <Paragraphs>362</Paragraphs>
  <Slides>36</Slides>
  <Notes>36</Notes>
  <HiddenSlides>0</HiddenSlides>
  <MMClips>0</MMClips>
  <ScaleCrop>false</ScaleCrop>
  <HeadingPairs>
    <vt:vector size="4" baseType="variant">
      <vt:variant>
        <vt:lpstr>Tema</vt:lpstr>
      </vt:variant>
      <vt:variant>
        <vt:i4>1</vt:i4>
      </vt:variant>
      <vt:variant>
        <vt:lpstr>Títulos de diapositiva</vt:lpstr>
      </vt:variant>
      <vt:variant>
        <vt:i4>36</vt:i4>
      </vt:variant>
    </vt:vector>
  </HeadingPairs>
  <TitlesOfParts>
    <vt:vector size="37" baseType="lpstr">
      <vt:lpstr>2_Retrospección</vt:lpstr>
      <vt:lpstr>Ingeniería de Software I  -  Redes de Petri</vt:lpstr>
      <vt:lpstr>Ingeniería de Requerimientos</vt:lpstr>
      <vt:lpstr>Técnicas de Especificación de Requerimientos Dinámicas</vt:lpstr>
      <vt:lpstr> Especificación de Requerimientos –  Redes de Petri</vt:lpstr>
      <vt:lpstr>Redes de Petri</vt:lpstr>
      <vt:lpstr>Redes de Petri</vt:lpstr>
      <vt:lpstr>Redes de Petri</vt:lpstr>
      <vt:lpstr>Redes de Petri</vt:lpstr>
      <vt:lpstr>Redes de Petri</vt:lpstr>
      <vt:lpstr>Redes de Petri</vt:lpstr>
      <vt:lpstr>Redes de Petri</vt:lpstr>
      <vt:lpstr>Redes de Petri</vt:lpstr>
      <vt:lpstr>Redes de Petri</vt:lpstr>
      <vt:lpstr>Redes de Petri</vt:lpstr>
      <vt:lpstr>Redes de Petri</vt:lpstr>
      <vt:lpstr>Redes de Petri</vt:lpstr>
      <vt:lpstr>Presentación de PowerPoint</vt:lpstr>
      <vt:lpstr>Redes de Petri</vt:lpstr>
      <vt:lpstr>Redes de Petri</vt:lpstr>
      <vt:lpstr>Redes de Petri</vt:lpstr>
      <vt:lpstr>Redes de Petri</vt:lpstr>
      <vt:lpstr>Ejemplos de Redes de Petri</vt:lpstr>
      <vt:lpstr>Brazo robot</vt:lpstr>
      <vt:lpstr>Brazo robot</vt:lpstr>
      <vt:lpstr>Brazo robot</vt:lpstr>
      <vt:lpstr>Brazo robot</vt:lpstr>
      <vt:lpstr>Brazo robot</vt:lpstr>
      <vt:lpstr>Ejercicio para resolver paso a paso</vt:lpstr>
      <vt:lpstr>Presentación de PowerPoint</vt:lpstr>
      <vt:lpstr>Presentación de PowerPoint</vt:lpstr>
      <vt:lpstr>Presentación de PowerPoint</vt:lpstr>
      <vt:lpstr>Presentación de PowerPoint</vt:lpstr>
      <vt:lpstr>.</vt:lpstr>
      <vt:lpstr>Presentación de PowerPoint</vt:lpstr>
      <vt:lpstr>Presentación de PowerPoint</vt:lpstr>
      <vt:lpstr>Redes de Petri – Características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Ingeniería de Software I     Redes de Petri-Tablas de decisión</dc:title>
  <dc:creator>Usuario</dc:creator>
  <cp:lastModifiedBy>Silvia Esponda</cp:lastModifiedBy>
  <cp:revision>8</cp:revision>
  <dcterms:modified xsi:type="dcterms:W3CDTF">2023-10-02T17:29:55Z</dcterms:modified>
</cp:coreProperties>
</file>