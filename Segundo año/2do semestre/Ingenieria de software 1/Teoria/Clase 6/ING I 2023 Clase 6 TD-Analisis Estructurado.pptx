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96" r:id="rId5"/>
    <p:sldMasterId id="214748369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y="6858000" cx="12192000"/>
  <p:notesSz cx="6797675" cy="9874250"/>
  <p:embeddedFontLst>
    <p:embeddedFont>
      <p:font typeface="Libre Baskerville"/>
      <p:regular r:id="rId35"/>
      <p:bold r:id="rId36"/>
      <p: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137861F-600F-48DC-87CA-C3F94E254CD6}">
  <a:tblStyle styleId="{9137861F-600F-48DC-87CA-C3F94E254CD6}" styleName="Table_0">
    <a:wholeTbl>
      <a:tcTxStyle b="off" i="off">
        <a:font>
          <a:latin typeface="Calibri Light"/>
          <a:ea typeface="Calibri Light"/>
          <a:cs typeface="Calibri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4E6E6"/>
          </a:solidFill>
        </a:fill>
      </a:tcStyle>
    </a:wholeTbl>
    <a:band1H>
      <a:tcTxStyle b="off" i="off"/>
      <a:tcStyle>
        <a:fill>
          <a:solidFill>
            <a:srgbClr val="E8CAC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8CACA"/>
          </a:solidFill>
        </a:fill>
      </a:tcStyle>
    </a:band1V>
    <a:band2V>
      <a:tcTxStyle b="off" i="off"/>
    </a:band2V>
    <a:lastCol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6459D033-AA8D-4290-9ED4-D976B6A1E751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05A88D68-C9E8-4940-B8B3-17C4BE8AD613}" styleName="Table_2">
    <a:wholeTbl>
      <a:tcTxStyle b="off" i="off">
        <a:font>
          <a:latin typeface="Calibri Light"/>
          <a:ea typeface="Calibri Light"/>
          <a:cs typeface="Calibri Light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font" Target="fonts/LibreBaskerville-regular.fntdata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font" Target="fonts/LibreBaskerville-italic.fntdata"/><Relationship Id="rId14" Type="http://schemas.openxmlformats.org/officeDocument/2006/relationships/slide" Target="slides/slide7.xml"/><Relationship Id="rId36" Type="http://schemas.openxmlformats.org/officeDocument/2006/relationships/font" Target="fonts/LibreBaskerville-bold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09538" y="741363"/>
            <a:ext cx="657860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:notes"/>
          <p:cNvSpPr/>
          <p:nvPr>
            <p:ph idx="2" type="sldImg"/>
          </p:nvPr>
        </p:nvSpPr>
        <p:spPr>
          <a:xfrm>
            <a:off x="109538" y="741363"/>
            <a:ext cx="657860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1:notes"/>
          <p:cNvSpPr txBox="1"/>
          <p:nvPr>
            <p:ph idx="1" type="body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4" name="Google Shape;404;p1:notes"/>
          <p:cNvSpPr txBox="1"/>
          <p:nvPr>
            <p:ph idx="12" type="sldNum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405" name="Google Shape;405;p1:notes"/>
          <p:cNvSpPr txBox="1"/>
          <p:nvPr>
            <p:ph idx="10" type="dt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p1:notes"/>
          <p:cNvSpPr txBox="1"/>
          <p:nvPr>
            <p:ph idx="3" type="hdr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Ingeniera de Software I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:notes"/>
          <p:cNvSpPr txBox="1"/>
          <p:nvPr>
            <p:ph idx="1" type="body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2" name="Google Shape;412;p2:notes"/>
          <p:cNvSpPr/>
          <p:nvPr>
            <p:ph idx="2" type="sldImg"/>
          </p:nvPr>
        </p:nvSpPr>
        <p:spPr>
          <a:xfrm>
            <a:off x="109538" y="741363"/>
            <a:ext cx="657860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:notes"/>
          <p:cNvSpPr txBox="1"/>
          <p:nvPr>
            <p:ph idx="1" type="body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0" name="Google Shape;420;p3:notes"/>
          <p:cNvSpPr/>
          <p:nvPr>
            <p:ph idx="2" type="sldImg"/>
          </p:nvPr>
        </p:nvSpPr>
        <p:spPr>
          <a:xfrm>
            <a:off x="109538" y="741363"/>
            <a:ext cx="657860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:notes"/>
          <p:cNvSpPr txBox="1"/>
          <p:nvPr>
            <p:ph idx="1" type="body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0" name="Google Shape;430;p4:notes"/>
          <p:cNvSpPr/>
          <p:nvPr>
            <p:ph idx="2" type="sldImg"/>
          </p:nvPr>
        </p:nvSpPr>
        <p:spPr>
          <a:xfrm>
            <a:off x="109538" y="741363"/>
            <a:ext cx="657860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:notes"/>
          <p:cNvSpPr txBox="1"/>
          <p:nvPr>
            <p:ph idx="1" type="body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8" name="Google Shape;438;p5:notes"/>
          <p:cNvSpPr/>
          <p:nvPr>
            <p:ph idx="2" type="sldImg"/>
          </p:nvPr>
        </p:nvSpPr>
        <p:spPr>
          <a:xfrm>
            <a:off x="109538" y="741363"/>
            <a:ext cx="657860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:notes"/>
          <p:cNvSpPr txBox="1"/>
          <p:nvPr>
            <p:ph idx="1" type="body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7" name="Google Shape;447;p6:notes"/>
          <p:cNvSpPr/>
          <p:nvPr>
            <p:ph idx="2" type="sldImg"/>
          </p:nvPr>
        </p:nvSpPr>
        <p:spPr>
          <a:xfrm>
            <a:off x="109538" y="741363"/>
            <a:ext cx="657860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:notes"/>
          <p:cNvSpPr txBox="1"/>
          <p:nvPr>
            <p:ph idx="1" type="body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5" name="Google Shape;455;p7:notes"/>
          <p:cNvSpPr/>
          <p:nvPr>
            <p:ph idx="2" type="sldImg"/>
          </p:nvPr>
        </p:nvSpPr>
        <p:spPr>
          <a:xfrm>
            <a:off x="109538" y="741363"/>
            <a:ext cx="657860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8:notes"/>
          <p:cNvSpPr txBox="1"/>
          <p:nvPr>
            <p:ph idx="1" type="body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4" name="Google Shape;464;p8:notes"/>
          <p:cNvSpPr/>
          <p:nvPr>
            <p:ph idx="2" type="sldImg"/>
          </p:nvPr>
        </p:nvSpPr>
        <p:spPr>
          <a:xfrm>
            <a:off x="109538" y="741363"/>
            <a:ext cx="657860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9:notes"/>
          <p:cNvSpPr txBox="1"/>
          <p:nvPr>
            <p:ph idx="1" type="body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3" name="Google Shape;483;p9:notes"/>
          <p:cNvSpPr/>
          <p:nvPr>
            <p:ph idx="2" type="sldImg"/>
          </p:nvPr>
        </p:nvSpPr>
        <p:spPr>
          <a:xfrm>
            <a:off x="109538" y="741363"/>
            <a:ext cx="657860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0:notes"/>
          <p:cNvSpPr txBox="1"/>
          <p:nvPr>
            <p:ph idx="1" type="body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5" name="Google Shape;495;p10:notes"/>
          <p:cNvSpPr/>
          <p:nvPr>
            <p:ph idx="2" type="sldImg"/>
          </p:nvPr>
        </p:nvSpPr>
        <p:spPr>
          <a:xfrm>
            <a:off x="109538" y="741363"/>
            <a:ext cx="657860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1:notes"/>
          <p:cNvSpPr txBox="1"/>
          <p:nvPr>
            <p:ph idx="1" type="body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7" name="Google Shape;507;p11:notes"/>
          <p:cNvSpPr/>
          <p:nvPr>
            <p:ph idx="2" type="sldImg"/>
          </p:nvPr>
        </p:nvSpPr>
        <p:spPr>
          <a:xfrm>
            <a:off x="109538" y="741363"/>
            <a:ext cx="657860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2:notes"/>
          <p:cNvSpPr txBox="1"/>
          <p:nvPr>
            <p:ph idx="1" type="body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7" name="Google Shape;517;p12:notes"/>
          <p:cNvSpPr/>
          <p:nvPr>
            <p:ph idx="2" type="sldImg"/>
          </p:nvPr>
        </p:nvSpPr>
        <p:spPr>
          <a:xfrm>
            <a:off x="109538" y="741363"/>
            <a:ext cx="657860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3:notes"/>
          <p:cNvSpPr txBox="1"/>
          <p:nvPr>
            <p:ph idx="1" type="body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7" name="Google Shape;527;p13:notes"/>
          <p:cNvSpPr/>
          <p:nvPr>
            <p:ph idx="2" type="sldImg"/>
          </p:nvPr>
        </p:nvSpPr>
        <p:spPr>
          <a:xfrm>
            <a:off x="109538" y="741363"/>
            <a:ext cx="657860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4:notes"/>
          <p:cNvSpPr txBox="1"/>
          <p:nvPr>
            <p:ph idx="1" type="body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0" name="Google Shape;540;p14:notes"/>
          <p:cNvSpPr/>
          <p:nvPr>
            <p:ph idx="2" type="sldImg"/>
          </p:nvPr>
        </p:nvSpPr>
        <p:spPr>
          <a:xfrm>
            <a:off x="109538" y="741363"/>
            <a:ext cx="657860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5:notes"/>
          <p:cNvSpPr txBox="1"/>
          <p:nvPr>
            <p:ph idx="1" type="body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5:notes"/>
          <p:cNvSpPr/>
          <p:nvPr>
            <p:ph idx="2" type="sldImg"/>
          </p:nvPr>
        </p:nvSpPr>
        <p:spPr>
          <a:xfrm>
            <a:off x="109538" y="741363"/>
            <a:ext cx="657860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6:notes"/>
          <p:cNvSpPr txBox="1"/>
          <p:nvPr>
            <p:ph idx="1" type="body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0" name="Google Shape;560;p16:notes"/>
          <p:cNvSpPr/>
          <p:nvPr>
            <p:ph idx="2" type="sldImg"/>
          </p:nvPr>
        </p:nvSpPr>
        <p:spPr>
          <a:xfrm>
            <a:off x="109538" y="741363"/>
            <a:ext cx="657860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7:notes"/>
          <p:cNvSpPr txBox="1"/>
          <p:nvPr>
            <p:ph idx="1" type="body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8" name="Google Shape;568;p17:notes"/>
          <p:cNvSpPr/>
          <p:nvPr>
            <p:ph idx="2" type="sldImg"/>
          </p:nvPr>
        </p:nvSpPr>
        <p:spPr>
          <a:xfrm>
            <a:off x="109538" y="741363"/>
            <a:ext cx="657860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8:notes"/>
          <p:cNvSpPr txBox="1"/>
          <p:nvPr>
            <p:ph idx="1" type="body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6" name="Google Shape;576;p18:notes"/>
          <p:cNvSpPr/>
          <p:nvPr>
            <p:ph idx="2" type="sldImg"/>
          </p:nvPr>
        </p:nvSpPr>
        <p:spPr>
          <a:xfrm>
            <a:off x="109538" y="741363"/>
            <a:ext cx="657860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9:notes"/>
          <p:cNvSpPr txBox="1"/>
          <p:nvPr>
            <p:ph idx="1" type="body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6" name="Google Shape;586;p19:notes"/>
          <p:cNvSpPr/>
          <p:nvPr>
            <p:ph idx="2" type="sldImg"/>
          </p:nvPr>
        </p:nvSpPr>
        <p:spPr>
          <a:xfrm>
            <a:off x="109538" y="741363"/>
            <a:ext cx="657860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0:notes"/>
          <p:cNvSpPr/>
          <p:nvPr>
            <p:ph idx="2" type="sldImg"/>
          </p:nvPr>
        </p:nvSpPr>
        <p:spPr>
          <a:xfrm>
            <a:off x="109538" y="741363"/>
            <a:ext cx="657860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" name="Google Shape;595;p20:notes"/>
          <p:cNvSpPr txBox="1"/>
          <p:nvPr>
            <p:ph idx="1" type="body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6" name="Google Shape;596;p20:notes"/>
          <p:cNvSpPr txBox="1"/>
          <p:nvPr>
            <p:ph idx="3" type="hdr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597" name="Google Shape;597;p20:notes"/>
          <p:cNvSpPr txBox="1"/>
          <p:nvPr>
            <p:ph idx="10" type="dt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2011</a:t>
            </a:r>
            <a:endParaRPr/>
          </a:p>
        </p:txBody>
      </p:sp>
      <p:sp>
        <p:nvSpPr>
          <p:cNvPr id="598" name="Google Shape;598;p20:notes"/>
          <p:cNvSpPr txBox="1"/>
          <p:nvPr>
            <p:ph idx="11" type="ftr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Facultad de Informatica UNLP</a:t>
            </a:r>
            <a:endParaRPr/>
          </a:p>
        </p:txBody>
      </p:sp>
      <p:sp>
        <p:nvSpPr>
          <p:cNvPr id="599" name="Google Shape;599;p20:notes"/>
          <p:cNvSpPr txBox="1"/>
          <p:nvPr>
            <p:ph idx="12" type="sldNum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1:notes"/>
          <p:cNvSpPr txBox="1"/>
          <p:nvPr>
            <p:ph idx="1" type="body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7" name="Google Shape;607;p21:notes"/>
          <p:cNvSpPr/>
          <p:nvPr>
            <p:ph idx="2" type="sldImg"/>
          </p:nvPr>
        </p:nvSpPr>
        <p:spPr>
          <a:xfrm>
            <a:off x="109538" y="741363"/>
            <a:ext cx="657860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2:notes"/>
          <p:cNvSpPr txBox="1"/>
          <p:nvPr>
            <p:ph idx="1" type="body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3" name="Google Shape;623;p22:notes"/>
          <p:cNvSpPr/>
          <p:nvPr>
            <p:ph idx="2" type="sldImg"/>
          </p:nvPr>
        </p:nvSpPr>
        <p:spPr>
          <a:xfrm>
            <a:off x="109538" y="741363"/>
            <a:ext cx="657860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23:notes"/>
          <p:cNvSpPr txBox="1"/>
          <p:nvPr>
            <p:ph idx="1" type="body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9" name="Google Shape;639;p23:notes"/>
          <p:cNvSpPr/>
          <p:nvPr>
            <p:ph idx="2" type="sldImg"/>
          </p:nvPr>
        </p:nvSpPr>
        <p:spPr>
          <a:xfrm>
            <a:off x="109538" y="741363"/>
            <a:ext cx="657860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24:notes"/>
          <p:cNvSpPr txBox="1"/>
          <p:nvPr>
            <p:ph idx="1" type="body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8" name="Google Shape;648;p24:notes"/>
          <p:cNvSpPr/>
          <p:nvPr>
            <p:ph idx="2" type="sldImg"/>
          </p:nvPr>
        </p:nvSpPr>
        <p:spPr>
          <a:xfrm>
            <a:off x="109538" y="741363"/>
            <a:ext cx="657860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25:notes"/>
          <p:cNvSpPr txBox="1"/>
          <p:nvPr>
            <p:ph idx="1" type="body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9" name="Google Shape;659;p25:notes"/>
          <p:cNvSpPr/>
          <p:nvPr>
            <p:ph idx="2" type="sldImg"/>
          </p:nvPr>
        </p:nvSpPr>
        <p:spPr>
          <a:xfrm>
            <a:off x="109538" y="741363"/>
            <a:ext cx="657860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6:notes"/>
          <p:cNvSpPr txBox="1"/>
          <p:nvPr>
            <p:ph idx="1" type="body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6:notes"/>
          <p:cNvSpPr/>
          <p:nvPr>
            <p:ph idx="2" type="sldImg"/>
          </p:nvPr>
        </p:nvSpPr>
        <p:spPr>
          <a:xfrm>
            <a:off x="109538" y="741363"/>
            <a:ext cx="657860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27:notes"/>
          <p:cNvSpPr txBox="1"/>
          <p:nvPr>
            <p:ph idx="1" type="body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9" name="Google Shape;679;p27:notes"/>
          <p:cNvSpPr/>
          <p:nvPr>
            <p:ph idx="2" type="sldImg"/>
          </p:nvPr>
        </p:nvSpPr>
        <p:spPr>
          <a:xfrm>
            <a:off x="109538" y="741363"/>
            <a:ext cx="6578600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Imagen con título">
  <p:cSld name="1_Imagen con título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/>
          <p:nvPr>
            <p:ph type="title"/>
          </p:nvPr>
        </p:nvSpPr>
        <p:spPr>
          <a:xfrm>
            <a:off x="653977" y="4737548"/>
            <a:ext cx="107808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Calibri"/>
              <a:buNone/>
              <a:defRPr b="0" sz="3287">
                <a:solidFill>
                  <a:srgbClr val="C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" type="body"/>
          </p:nvPr>
        </p:nvSpPr>
        <p:spPr>
          <a:xfrm>
            <a:off x="653976" y="5487888"/>
            <a:ext cx="9229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None/>
              <a:defRPr sz="1793">
                <a:solidFill>
                  <a:srgbClr val="C0000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900"/>
              <a:buNone/>
              <a:defRPr sz="896"/>
            </a:lvl2pPr>
            <a:lvl3pPr indent="-228600" lvl="2" marL="1371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750"/>
              <a:buNone/>
              <a:defRPr sz="747"/>
            </a:lvl3pPr>
            <a:lvl4pPr indent="-228600" lvl="3" marL="1828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4pPr>
            <a:lvl5pPr indent="-228600" lvl="4" marL="22860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5pPr>
            <a:lvl6pPr indent="-228600" lvl="5" marL="27432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6pPr>
            <a:lvl7pPr indent="-228600" lvl="6" marL="32004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7pPr>
            <a:lvl8pPr indent="-228600" lvl="7" marL="3657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8pPr>
            <a:lvl9pPr indent="-228600" lvl="8" marL="411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675"/>
              <a:buNone/>
              <a:defRPr sz="672"/>
            </a:lvl9pPr>
          </a:lstStyle>
          <a:p/>
        </p:txBody>
      </p:sp>
      <p:sp>
        <p:nvSpPr>
          <p:cNvPr id="21" name="Google Shape;21;p2"/>
          <p:cNvSpPr txBox="1"/>
          <p:nvPr>
            <p:ph idx="10" type="dt"/>
          </p:nvPr>
        </p:nvSpPr>
        <p:spPr>
          <a:xfrm>
            <a:off x="3211248" y="6481096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1" type="ftr"/>
          </p:nvPr>
        </p:nvSpPr>
        <p:spPr>
          <a:xfrm>
            <a:off x="685800" y="6481102"/>
            <a:ext cx="22419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2" type="sldNum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descr="2" id="24" name="Google Shape;24;p2"/>
          <p:cNvPicPr preferRelativeResize="0"/>
          <p:nvPr/>
        </p:nvPicPr>
        <p:blipFill rotWithShape="1">
          <a:blip r:embed="rId2">
            <a:alphaModFix/>
          </a:blip>
          <a:srcRect b="0" l="8462" r="0" t="0"/>
          <a:stretch/>
        </p:blipFill>
        <p:spPr>
          <a:xfrm>
            <a:off x="23664" y="0"/>
            <a:ext cx="12144672" cy="4277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/>
          <p:nvPr/>
        </p:nvSpPr>
        <p:spPr>
          <a:xfrm>
            <a:off x="3176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050" lIns="91050" spcFirstLastPara="1" rIns="91050" wrap="square" tIns="91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4"/>
              <a:buFont typeface="Arial"/>
              <a:buNone/>
            </a:pPr>
            <a:r>
              <a:t/>
            </a:r>
            <a:endParaRPr b="0" i="0" sz="13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16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050" lIns="91050" spcFirstLastPara="1" rIns="91050" wrap="square" tIns="91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4"/>
              <a:buFont typeface="Arial"/>
              <a:buNone/>
            </a:pPr>
            <a:r>
              <a:t/>
            </a:r>
            <a:endParaRPr b="0" i="0" sz="13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"/>
          <p:cNvSpPr txBox="1"/>
          <p:nvPr>
            <p:ph type="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7968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400"/>
              <a:buNone/>
              <a:defRPr sz="239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None/>
              <a:defRPr sz="1793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None/>
              <a:defRPr sz="1394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None/>
              <a:defRPr sz="1394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None/>
              <a:defRPr sz="1394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None/>
              <a:defRPr sz="1394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None/>
              <a:defRPr sz="1394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None/>
              <a:defRPr sz="1394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0" type="dt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1" type="ftr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2" type="sldNum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33" name="Google Shape;33;p3"/>
          <p:cNvCxnSpPr/>
          <p:nvPr/>
        </p:nvCxnSpPr>
        <p:spPr>
          <a:xfrm>
            <a:off x="1207658" y="4343400"/>
            <a:ext cx="98754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title"/>
          </p:nvPr>
        </p:nvSpPr>
        <p:spPr>
          <a:xfrm>
            <a:off x="623396" y="499539"/>
            <a:ext cx="108066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527382" y="260648"/>
            <a:ext cx="10858500" cy="59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85000"/>
              </a:lnSpc>
              <a:spcBef>
                <a:spcPts val="971"/>
              </a:spcBef>
              <a:spcAft>
                <a:spcPts val="0"/>
              </a:spcAft>
              <a:buSzPts val="1800"/>
              <a:buChar char="»"/>
              <a:defRPr/>
            </a:lvl1pPr>
            <a:lvl2pPr indent="-342900" lvl="1" marL="9144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2pPr>
            <a:lvl3pPr indent="-342900" lvl="2" marL="1371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3pPr>
            <a:lvl4pPr indent="-342900" lvl="3" marL="1828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4pPr>
            <a:lvl5pPr indent="-342900" lvl="4" marL="22860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5pPr>
            <a:lvl6pPr indent="-342900" lvl="5" marL="27432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indent="-342900" lvl="6" marL="32004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indent="-342900" lvl="7" marL="3657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indent="-342900" lvl="8" marL="411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2" type="body"/>
          </p:nvPr>
        </p:nvSpPr>
        <p:spPr>
          <a:xfrm>
            <a:off x="527384" y="6309320"/>
            <a:ext cx="4191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971"/>
              </a:spcBef>
              <a:spcAft>
                <a:spcPts val="0"/>
              </a:spcAft>
              <a:buSzPts val="1400"/>
              <a:buNone/>
              <a:defRPr sz="1394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394"/>
            </a:lvl2pPr>
            <a:lvl3pPr indent="-228600" lvl="2" marL="1371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394"/>
            </a:lvl3pPr>
            <a:lvl4pPr indent="-228600" lvl="3" marL="1828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394"/>
            </a:lvl4pPr>
            <a:lvl5pPr indent="-228600" lvl="4" marL="22860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394"/>
            </a:lvl5pPr>
            <a:lvl6pPr indent="-342900" lvl="5" marL="27432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indent="-342900" lvl="6" marL="32004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indent="-342900" lvl="7" marL="3657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indent="-342900" lvl="8" marL="411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1" type="ftr"/>
          </p:nvPr>
        </p:nvSpPr>
        <p:spPr>
          <a:xfrm>
            <a:off x="6671735" y="6308730"/>
            <a:ext cx="4705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2" type="sldNum"/>
          </p:nvPr>
        </p:nvSpPr>
        <p:spPr>
          <a:xfrm>
            <a:off x="9265921" y="2780930"/>
            <a:ext cx="2926200" cy="1397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69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69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69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69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69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69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69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69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69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Normal con fuente ">
  <p:cSld name="2_Normal con fuente 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48" name="Google Shape;48;p6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050" spcFirstLastPara="1" rIns="91050" wrap="square" tIns="45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b="0" i="0" lang="es-ES" sz="822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b="0" i="0" sz="822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6"/>
          <p:cNvSpPr txBox="1"/>
          <p:nvPr>
            <p:ph idx="1" type="body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85000"/>
              </a:lnSpc>
              <a:spcBef>
                <a:spcPts val="971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»"/>
              <a:defRPr/>
            </a:lvl1pPr>
            <a:lvl2pPr indent="-342900" lvl="1" marL="9144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800"/>
              <a:buChar char=" "/>
              <a:defRPr/>
            </a:lvl2pPr>
            <a:lvl3pPr indent="-323850" lvl="2" marL="1371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500"/>
              <a:buChar char=" "/>
              <a:defRPr/>
            </a:lvl3pPr>
            <a:lvl4pPr indent="-314325" lvl="3" marL="1828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4pPr>
            <a:lvl5pPr indent="-314325" lvl="4" marL="22860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5pPr>
            <a:lvl6pPr indent="-314325" lvl="5" marL="27432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6pPr>
            <a:lvl7pPr indent="-314325" lvl="6" marL="32004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7pPr>
            <a:lvl8pPr indent="-314325" lvl="7" marL="3657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8pPr>
            <a:lvl9pPr indent="-314325" lvl="8" marL="411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9pPr>
          </a:lstStyle>
          <a:p/>
        </p:txBody>
      </p:sp>
      <p:cxnSp>
        <p:nvCxnSpPr>
          <p:cNvPr id="50" name="Google Shape;50;p6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cap="flat" cmpd="sng" w="9525">
            <a:solidFill>
              <a:srgbClr val="B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6"/>
          <p:cNvSpPr txBox="1"/>
          <p:nvPr>
            <p:ph idx="10" type="dt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1" type="ftr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050" spcFirstLastPara="1" rIns="91050" wrap="square" tIns="45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b="0" i="0" lang="es-ES" sz="822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b="0" i="0" sz="822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" name="Google Shape;54;p6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cap="flat" cmpd="sng" w="9525">
            <a:solidFill>
              <a:srgbClr val="BF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Normal con fuente ">
  <p:cSld name="1_Normal con fuente 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type="title"/>
          </p:nvPr>
        </p:nvSpPr>
        <p:spPr>
          <a:xfrm>
            <a:off x="623394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000"/>
              <a:buFont typeface="Calibri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9249399" y="2852614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58" name="Google Shape;58;p7"/>
          <p:cNvSpPr txBox="1"/>
          <p:nvPr>
            <p:ph idx="1" type="body"/>
          </p:nvPr>
        </p:nvSpPr>
        <p:spPr>
          <a:xfrm>
            <a:off x="5951986" y="6509538"/>
            <a:ext cx="21624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  <a:defRPr b="0" i="0" sz="822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050"/>
              <a:buNone/>
              <a:defRPr sz="1046"/>
            </a:lvl2pPr>
            <a:lvl3pPr indent="-228600" lvl="2" marL="1371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050"/>
              <a:buNone/>
              <a:defRPr sz="1046"/>
            </a:lvl3pPr>
            <a:lvl4pPr indent="-228600" lvl="3" marL="1828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050"/>
              <a:buNone/>
              <a:defRPr sz="1046"/>
            </a:lvl4pPr>
            <a:lvl5pPr indent="-228600" lvl="4" marL="22860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050"/>
              <a:buNone/>
              <a:defRPr sz="1046"/>
            </a:lvl5pPr>
            <a:lvl6pPr indent="-342900" lvl="5" marL="27432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2" type="body"/>
          </p:nvPr>
        </p:nvSpPr>
        <p:spPr>
          <a:xfrm>
            <a:off x="623392" y="1902579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indent="-342900" lvl="1" marL="9144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indent="-317500" lvl="2" marL="1371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indent="-317500" lvl="3" marL="1828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indent="-317500" lvl="4" marL="22860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0" type="dt"/>
          </p:nvPr>
        </p:nvSpPr>
        <p:spPr>
          <a:xfrm>
            <a:off x="2567609" y="6543223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1" type="ftr"/>
          </p:nvPr>
        </p:nvSpPr>
        <p:spPr>
          <a:xfrm>
            <a:off x="168981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/>
        </p:nvSpPr>
        <p:spPr>
          <a:xfrm>
            <a:off x="5176315" y="6484429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050" spcFirstLastPara="1" rIns="91050" wrap="square" tIns="45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b="0" i="0" lang="es-ES" sz="822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Fuente:</a:t>
            </a:r>
            <a:endParaRPr b="0" i="0" sz="822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" name="Google Shape;63;p7"/>
          <p:cNvCxnSpPr/>
          <p:nvPr/>
        </p:nvCxnSpPr>
        <p:spPr>
          <a:xfrm>
            <a:off x="623393" y="1772816"/>
            <a:ext cx="1077270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/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" type="body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0" type="dt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1" type="ftr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"/>
          <p:cNvSpPr txBox="1"/>
          <p:nvPr>
            <p:ph idx="12" type="sldNum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/>
          <p:nvPr/>
        </p:nvSpPr>
        <p:spPr>
          <a:xfrm>
            <a:off x="3176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050" lIns="91050" spcFirstLastPara="1" rIns="91050" wrap="square" tIns="91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4"/>
              <a:buFont typeface="Arial"/>
              <a:buNone/>
            </a:pPr>
            <a:r>
              <a:t/>
            </a:r>
            <a:endParaRPr b="0" i="0" sz="13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9"/>
          <p:cNvSpPr/>
          <p:nvPr/>
        </p:nvSpPr>
        <p:spPr>
          <a:xfrm>
            <a:off x="16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050" lIns="91050" spcFirstLastPara="1" rIns="91050" wrap="square" tIns="91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4"/>
              <a:buFont typeface="Arial"/>
              <a:buNone/>
            </a:pPr>
            <a:r>
              <a:t/>
            </a:r>
            <a:endParaRPr b="0" i="0" sz="13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9"/>
          <p:cNvSpPr txBox="1"/>
          <p:nvPr>
            <p:ph type="ctr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7968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400"/>
              <a:buNone/>
              <a:defRPr sz="239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2400"/>
              <a:buNone/>
              <a:defRPr sz="2390"/>
            </a:lvl2pPr>
            <a:lvl3pPr lvl="2" algn="ctr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2400"/>
              <a:buNone/>
              <a:defRPr sz="2390"/>
            </a:lvl3pPr>
            <a:lvl4pPr lvl="3" algn="ctr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2000"/>
              <a:buNone/>
              <a:defRPr sz="1992"/>
            </a:lvl4pPr>
            <a:lvl5pPr lvl="4" algn="ctr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2000"/>
              <a:buNone/>
              <a:defRPr sz="1992"/>
            </a:lvl5pPr>
            <a:lvl6pPr lvl="5" algn="ctr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2000"/>
              <a:buNone/>
              <a:defRPr sz="1992"/>
            </a:lvl6pPr>
            <a:lvl7pPr lvl="6" algn="ctr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2000"/>
              <a:buNone/>
              <a:defRPr sz="1992"/>
            </a:lvl7pPr>
            <a:lvl8pPr lvl="7" algn="ctr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2000"/>
              <a:buNone/>
              <a:defRPr sz="1992"/>
            </a:lvl8pPr>
            <a:lvl9pPr lvl="8" algn="ctr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2000"/>
              <a:buNone/>
              <a:defRPr sz="1992"/>
            </a:lvl9pPr>
          </a:lstStyle>
          <a:p/>
        </p:txBody>
      </p:sp>
      <p:sp>
        <p:nvSpPr>
          <p:cNvPr id="75" name="Google Shape;75;p9"/>
          <p:cNvSpPr txBox="1"/>
          <p:nvPr>
            <p:ph idx="10" type="dt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1" type="ftr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2" type="sldNum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78" name="Google Shape;78;p9"/>
          <p:cNvCxnSpPr/>
          <p:nvPr/>
        </p:nvCxnSpPr>
        <p:spPr>
          <a:xfrm>
            <a:off x="1207658" y="4343400"/>
            <a:ext cx="98754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rmal con fuente ">
  <p:cSld name="Normal con fuente 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/>
          <p:nvPr>
            <p:ph type="title"/>
          </p:nvPr>
        </p:nvSpPr>
        <p:spPr>
          <a:xfrm>
            <a:off x="645393" y="11663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000"/>
              <a:buFont typeface="Calibri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12" type="sldNum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82" name="Google Shape;82;p1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050" spcFirstLastPara="1" rIns="91050" wrap="square" tIns="45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b="0" i="0" lang="es-ES" sz="82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Fuente:</a:t>
            </a:r>
            <a:endParaRPr b="0" i="0" sz="822" u="none" cap="none" strike="noStrike">
              <a:solidFill>
                <a:srgbClr val="E4E9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0"/>
          <p:cNvSpPr txBox="1"/>
          <p:nvPr>
            <p:ph idx="1" type="body"/>
          </p:nvPr>
        </p:nvSpPr>
        <p:spPr>
          <a:xfrm>
            <a:off x="788830" y="2924945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indent="-342900" lvl="1" marL="9144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indent="-317500" lvl="2" marL="1371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indent="-317500" lvl="3" marL="1828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indent="-317500" lvl="4" marL="22860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4" name="Google Shape;84;p10"/>
          <p:cNvSpPr txBox="1"/>
          <p:nvPr>
            <p:ph idx="10" type="dt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11" type="ftr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050" spcFirstLastPara="1" rIns="91050" wrap="square" tIns="45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b="0" i="0" lang="es-ES" sz="82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Fuente:</a:t>
            </a:r>
            <a:endParaRPr b="0" i="0" sz="822" u="none" cap="none" strike="noStrike">
              <a:solidFill>
                <a:srgbClr val="E4E9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Normal con fuente ">
  <p:cSld name="2_Normal con fuente  2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/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12" type="sldNum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90" name="Google Shape;90;p11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050" spcFirstLastPara="1" rIns="91050" wrap="square" tIns="45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b="0" i="0" lang="es-ES" sz="822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b="0" i="0" sz="822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1"/>
          <p:cNvSpPr txBox="1"/>
          <p:nvPr>
            <p:ph idx="1" type="body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85000"/>
              </a:lnSpc>
              <a:spcBef>
                <a:spcPts val="971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»"/>
              <a:defRPr/>
            </a:lvl1pPr>
            <a:lvl2pPr indent="-342900" lvl="1" marL="9144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800"/>
              <a:buChar char=" "/>
              <a:defRPr/>
            </a:lvl2pPr>
            <a:lvl3pPr indent="-323850" lvl="2" marL="1371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500"/>
              <a:buChar char=" "/>
              <a:defRPr/>
            </a:lvl3pPr>
            <a:lvl4pPr indent="-314325" lvl="3" marL="1828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4pPr>
            <a:lvl5pPr indent="-314325" lvl="4" marL="22860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5pPr>
            <a:lvl6pPr indent="-314325" lvl="5" marL="27432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6pPr>
            <a:lvl7pPr indent="-314325" lvl="6" marL="32004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7pPr>
            <a:lvl8pPr indent="-314325" lvl="7" marL="3657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8pPr>
            <a:lvl9pPr indent="-314325" lvl="8" marL="411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SzPts val="1350"/>
              <a:buChar char=" "/>
              <a:defRPr/>
            </a:lvl9pPr>
          </a:lstStyle>
          <a:p/>
        </p:txBody>
      </p:sp>
      <p:cxnSp>
        <p:nvCxnSpPr>
          <p:cNvPr id="92" name="Google Shape;92;p11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cap="flat" cmpd="sng" w="9525">
            <a:solidFill>
              <a:srgbClr val="B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11"/>
          <p:cNvSpPr txBox="1"/>
          <p:nvPr>
            <p:ph idx="10" type="dt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1"/>
          <p:cNvSpPr txBox="1"/>
          <p:nvPr>
            <p:ph idx="11" type="ftr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1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050" spcFirstLastPara="1" rIns="91050" wrap="square" tIns="45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b="0" i="0" lang="es-ES" sz="822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b="0" i="0" sz="822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" name="Google Shape;96;p11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cap="flat" cmpd="sng" w="9525">
            <a:solidFill>
              <a:srgbClr val="BF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>
  <p:cSld name="Dos objetos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2"/>
          <p:cNvSpPr txBox="1"/>
          <p:nvPr>
            <p:ph type="title"/>
          </p:nvPr>
        </p:nvSpPr>
        <p:spPr>
          <a:xfrm>
            <a:off x="623396" y="499539"/>
            <a:ext cx="108066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" type="body"/>
          </p:nvPr>
        </p:nvSpPr>
        <p:spPr>
          <a:xfrm>
            <a:off x="676656" y="1998134"/>
            <a:ext cx="4663500" cy="37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85000"/>
              </a:lnSpc>
              <a:spcBef>
                <a:spcPts val="971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»"/>
              <a:defRPr sz="1793"/>
            </a:lvl1pPr>
            <a:lvl2pPr indent="-323850" lvl="1" marL="9144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Char char=" "/>
              <a:defRPr sz="1494"/>
            </a:lvl2pPr>
            <a:lvl3pPr indent="-314325" lvl="2" marL="1371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C00000"/>
              </a:buClr>
              <a:buSzPts val="1350"/>
              <a:buFont typeface="Arial"/>
              <a:buChar char=" "/>
              <a:defRPr sz="1345"/>
            </a:lvl3pPr>
            <a:lvl4pPr indent="-304800" lvl="3" marL="1828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195"/>
            </a:lvl4pPr>
            <a:lvl5pPr indent="-304800" lvl="4" marL="22860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195"/>
            </a:lvl5pPr>
            <a:lvl6pPr indent="-304800" lvl="5" marL="27432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195"/>
            </a:lvl6pPr>
            <a:lvl7pPr indent="-304800" lvl="6" marL="32004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195"/>
            </a:lvl7pPr>
            <a:lvl8pPr indent="-304800" lvl="7" marL="3657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195"/>
            </a:lvl8pPr>
            <a:lvl9pPr indent="-304800" lvl="8" marL="411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195"/>
            </a:lvl9pPr>
          </a:lstStyle>
          <a:p/>
        </p:txBody>
      </p:sp>
      <p:sp>
        <p:nvSpPr>
          <p:cNvPr id="100" name="Google Shape;100;p12"/>
          <p:cNvSpPr txBox="1"/>
          <p:nvPr>
            <p:ph idx="2" type="body"/>
          </p:nvPr>
        </p:nvSpPr>
        <p:spPr>
          <a:xfrm>
            <a:off x="6011331" y="1998134"/>
            <a:ext cx="4663500" cy="37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85000"/>
              </a:lnSpc>
              <a:spcBef>
                <a:spcPts val="971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»"/>
              <a:defRPr sz="1793"/>
            </a:lvl1pPr>
            <a:lvl2pPr indent="-323850" lvl="1" marL="9144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Char char=" "/>
              <a:defRPr sz="1494"/>
            </a:lvl2pPr>
            <a:lvl3pPr indent="-314325" lvl="2" marL="1371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C00000"/>
              </a:buClr>
              <a:buSzPts val="1350"/>
              <a:buFont typeface="Arial"/>
              <a:buChar char=" "/>
              <a:defRPr sz="1345"/>
            </a:lvl3pPr>
            <a:lvl4pPr indent="-304800" lvl="3" marL="1828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195"/>
            </a:lvl4pPr>
            <a:lvl5pPr indent="-304800" lvl="4" marL="22860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195"/>
            </a:lvl5pPr>
            <a:lvl6pPr indent="-304800" lvl="5" marL="27432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195"/>
            </a:lvl6pPr>
            <a:lvl7pPr indent="-304800" lvl="6" marL="32004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195"/>
            </a:lvl7pPr>
            <a:lvl8pPr indent="-304800" lvl="7" marL="3657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195"/>
            </a:lvl8pPr>
            <a:lvl9pPr indent="-304800" lvl="8" marL="411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195"/>
            </a:lvl9pPr>
          </a:lstStyle>
          <a:p/>
        </p:txBody>
      </p:sp>
      <p:sp>
        <p:nvSpPr>
          <p:cNvPr id="101" name="Google Shape;101;p12"/>
          <p:cNvSpPr txBox="1"/>
          <p:nvPr>
            <p:ph idx="12" type="sldNum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694" u="none" cap="none" strike="noStrik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694" u="none" cap="none" strike="noStrik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694" u="none" cap="none" strike="noStrik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694" u="none" cap="none" strike="noStrik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694" u="none" cap="none" strike="noStrik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694" u="none" cap="none" strike="noStrik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694" u="none" cap="none" strike="noStrik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694" u="none" cap="none" strike="noStrik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694" u="none" cap="none" strike="noStrik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02" name="Google Shape;102;p12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050" spcFirstLastPara="1" rIns="91050" wrap="square" tIns="45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b="0" i="0" lang="es-ES" sz="822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b="0" i="0" sz="822" u="none" cap="none" strike="noStrike">
              <a:solidFill>
                <a:srgbClr val="E4E9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2"/>
          <p:cNvSpPr txBox="1"/>
          <p:nvPr>
            <p:ph idx="3" type="body"/>
          </p:nvPr>
        </p:nvSpPr>
        <p:spPr>
          <a:xfrm>
            <a:off x="5951986" y="6509540"/>
            <a:ext cx="21624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  <a:defRPr b="0" i="0" sz="822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050"/>
              <a:buNone/>
              <a:defRPr sz="1046"/>
            </a:lvl2pPr>
            <a:lvl3pPr indent="-228600" lvl="2" marL="1371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050"/>
              <a:buNone/>
              <a:defRPr sz="1046"/>
            </a:lvl3pPr>
            <a:lvl4pPr indent="-228600" lvl="3" marL="1828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050"/>
              <a:buNone/>
              <a:defRPr sz="1046"/>
            </a:lvl4pPr>
            <a:lvl5pPr indent="-228600" lvl="4" marL="22860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050"/>
              <a:buNone/>
              <a:defRPr sz="1046"/>
            </a:lvl5pPr>
            <a:lvl6pPr indent="-342900" lvl="5" marL="27432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indent="-342900" lvl="6" marL="32004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indent="-342900" lvl="7" marL="36576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indent="-342900" lvl="8" marL="4114800" algn="l">
              <a:lnSpc>
                <a:spcPct val="85000"/>
              </a:lnSpc>
              <a:spcBef>
                <a:spcPts val="448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10" type="dt"/>
          </p:nvPr>
        </p:nvSpPr>
        <p:spPr>
          <a:xfrm>
            <a:off x="2898949" y="6511630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2"/>
          <p:cNvSpPr txBox="1"/>
          <p:nvPr>
            <p:ph idx="11" type="ftr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Diseño personalizado">
  <p:cSld name="4_Diseño personalizado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3"/>
          <p:cNvSpPr txBox="1"/>
          <p:nvPr>
            <p:ph type="title"/>
          </p:nvPr>
        </p:nvSpPr>
        <p:spPr>
          <a:xfrm>
            <a:off x="623396" y="499539"/>
            <a:ext cx="108066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idx="12" type="sldNum"/>
          </p:nvPr>
        </p:nvSpPr>
        <p:spPr>
          <a:xfrm>
            <a:off x="9265921" y="2780930"/>
            <a:ext cx="2926200" cy="1397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b="0" i="0" sz="5976" u="none" cap="none" strike="noStrik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b="0" i="0" sz="5976" u="none" cap="none" strike="noStrik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b="0" i="0" sz="5976" u="none" cap="none" strike="noStrik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b="0" i="0" sz="5976" u="none" cap="none" strike="noStrik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b="0" i="0" sz="5976" u="none" cap="none" strike="noStrik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b="0" i="0" sz="5976" u="none" cap="none" strike="noStrik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b="0" i="0" sz="5976" u="none" cap="none" strike="noStrik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b="0" i="0" sz="5976" u="none" cap="none" strike="noStrik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b="0" i="0" sz="5976" u="none" cap="none" strike="noStrike">
                <a:solidFill>
                  <a:srgbClr val="54747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09" name="Google Shape;109;p13"/>
          <p:cNvSpPr txBox="1"/>
          <p:nvPr>
            <p:ph idx="10" type="dt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idx="11" type="ftr"/>
          </p:nvPr>
        </p:nvSpPr>
        <p:spPr>
          <a:xfrm>
            <a:off x="168981" y="6554699"/>
            <a:ext cx="33348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1097278" y="1845734"/>
            <a:ext cx="49377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idx="2" type="body"/>
          </p:nvPr>
        </p:nvSpPr>
        <p:spPr>
          <a:xfrm>
            <a:off x="6217921" y="1845735"/>
            <a:ext cx="49377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15" name="Google Shape;115;p14"/>
          <p:cNvSpPr txBox="1"/>
          <p:nvPr>
            <p:ph idx="10" type="dt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4"/>
          <p:cNvSpPr txBox="1"/>
          <p:nvPr>
            <p:ph idx="11" type="ftr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4"/>
          <p:cNvSpPr txBox="1"/>
          <p:nvPr>
            <p:ph idx="12" type="sldNum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 txBox="1"/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1" type="body"/>
          </p:nvPr>
        </p:nvSpPr>
        <p:spPr>
          <a:xfrm>
            <a:off x="1097280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000"/>
              <a:buNone/>
              <a:defRPr b="0" sz="1992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2000"/>
              <a:buNone/>
              <a:defRPr b="1" sz="1992"/>
            </a:lvl2pPr>
            <a:lvl3pPr indent="-228600" lvl="2" marL="1371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None/>
              <a:defRPr b="1" sz="1793"/>
            </a:lvl3pPr>
            <a:lvl4pPr indent="-228600" lvl="3" marL="1828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b="1" sz="1594"/>
            </a:lvl4pPr>
            <a:lvl5pPr indent="-228600" lvl="4" marL="22860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b="1" sz="1594"/>
            </a:lvl5pPr>
            <a:lvl6pPr indent="-228600" lvl="5" marL="27432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b="1" sz="1594"/>
            </a:lvl6pPr>
            <a:lvl7pPr indent="-228600" lvl="6" marL="32004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b="1" sz="1594"/>
            </a:lvl7pPr>
            <a:lvl8pPr indent="-228600" lvl="7" marL="3657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b="1" sz="1594"/>
            </a:lvl8pPr>
            <a:lvl9pPr indent="-228600" lvl="8" marL="411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600"/>
              <a:buNone/>
              <a:defRPr b="1" sz="1594"/>
            </a:lvl9pPr>
          </a:lstStyle>
          <a:p/>
        </p:txBody>
      </p:sp>
      <p:sp>
        <p:nvSpPr>
          <p:cNvPr id="121" name="Google Shape;121;p15"/>
          <p:cNvSpPr txBox="1"/>
          <p:nvPr>
            <p:ph idx="2" type="body"/>
          </p:nvPr>
        </p:nvSpPr>
        <p:spPr>
          <a:xfrm>
            <a:off x="1097280" y="2582334"/>
            <a:ext cx="4937700" cy="3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22" name="Google Shape;122;p15"/>
          <p:cNvSpPr txBox="1"/>
          <p:nvPr>
            <p:ph idx="3" type="body"/>
          </p:nvPr>
        </p:nvSpPr>
        <p:spPr>
          <a:xfrm>
            <a:off x="6217921" y="1846052"/>
            <a:ext cx="49377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000"/>
              <a:buNone/>
              <a:defRPr b="0" sz="1992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2000"/>
              <a:buNone/>
              <a:defRPr b="1" sz="1992"/>
            </a:lvl2pPr>
            <a:lvl3pPr indent="-228600" lvl="2" marL="1371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None/>
              <a:defRPr b="1" sz="1793"/>
            </a:lvl3pPr>
            <a:lvl4pPr indent="-228600" lvl="3" marL="1828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b="1" sz="1594"/>
            </a:lvl4pPr>
            <a:lvl5pPr indent="-228600" lvl="4" marL="22860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b="1" sz="1594"/>
            </a:lvl5pPr>
            <a:lvl6pPr indent="-228600" lvl="5" marL="27432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b="1" sz="1594"/>
            </a:lvl6pPr>
            <a:lvl7pPr indent="-228600" lvl="6" marL="32004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b="1" sz="1594"/>
            </a:lvl7pPr>
            <a:lvl8pPr indent="-228600" lvl="7" marL="3657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b="1" sz="1594"/>
            </a:lvl8pPr>
            <a:lvl9pPr indent="-228600" lvl="8" marL="411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600"/>
              <a:buNone/>
              <a:defRPr b="1" sz="1594"/>
            </a:lvl9pPr>
          </a:lstStyle>
          <a:p/>
        </p:txBody>
      </p:sp>
      <p:sp>
        <p:nvSpPr>
          <p:cNvPr id="123" name="Google Shape;123;p15"/>
          <p:cNvSpPr txBox="1"/>
          <p:nvPr>
            <p:ph idx="4" type="body"/>
          </p:nvPr>
        </p:nvSpPr>
        <p:spPr>
          <a:xfrm>
            <a:off x="6217921" y="2582334"/>
            <a:ext cx="4937700" cy="3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24" name="Google Shape;124;p15"/>
          <p:cNvSpPr txBox="1"/>
          <p:nvPr>
            <p:ph idx="10" type="dt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5"/>
          <p:cNvSpPr txBox="1"/>
          <p:nvPr>
            <p:ph idx="11" type="ftr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5"/>
          <p:cNvSpPr txBox="1"/>
          <p:nvPr>
            <p:ph idx="12" type="sldNum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showMasterSp="0" type="blank">
  <p:cSld name="BLANK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/>
          <p:nvPr/>
        </p:nvSpPr>
        <p:spPr>
          <a:xfrm>
            <a:off x="3176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050" lIns="91050" spcFirstLastPara="1" rIns="91050" wrap="square" tIns="91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4"/>
              <a:buFont typeface="Arial"/>
              <a:buNone/>
            </a:pPr>
            <a:r>
              <a:t/>
            </a:r>
            <a:endParaRPr b="0" i="0" sz="13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16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050" lIns="91050" spcFirstLastPara="1" rIns="91050" wrap="square" tIns="91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4"/>
              <a:buFont typeface="Arial"/>
              <a:buNone/>
            </a:pPr>
            <a:r>
              <a:t/>
            </a:r>
            <a:endParaRPr b="0" i="0" sz="13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6"/>
          <p:cNvSpPr txBox="1"/>
          <p:nvPr>
            <p:ph idx="10" type="dt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6"/>
          <p:cNvSpPr txBox="1"/>
          <p:nvPr>
            <p:ph idx="11" type="ftr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6"/>
          <p:cNvSpPr txBox="1"/>
          <p:nvPr>
            <p:ph idx="12" type="sldNum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/>
          <p:nvPr/>
        </p:nvSpPr>
        <p:spPr>
          <a:xfrm>
            <a:off x="17" y="0"/>
            <a:ext cx="40509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050" lIns="91050" spcFirstLastPara="1" rIns="91050" wrap="square" tIns="91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4"/>
              <a:buFont typeface="Arial"/>
              <a:buNone/>
            </a:pPr>
            <a:r>
              <a:t/>
            </a:r>
            <a:endParaRPr b="0" i="0" sz="13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4040071" y="0"/>
            <a:ext cx="63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050" lIns="91050" spcFirstLastPara="1" rIns="91050" wrap="square" tIns="91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4"/>
              <a:buFont typeface="Arial"/>
              <a:buNone/>
            </a:pPr>
            <a:r>
              <a:t/>
            </a:r>
            <a:endParaRPr b="0" i="0" sz="13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7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586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7"/>
          <p:cNvSpPr txBox="1"/>
          <p:nvPr>
            <p:ph idx="1" type="body"/>
          </p:nvPr>
        </p:nvSpPr>
        <p:spPr>
          <a:xfrm>
            <a:off x="4800600" y="731520"/>
            <a:ext cx="64923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38" name="Google Shape;138;p17"/>
          <p:cNvSpPr txBox="1"/>
          <p:nvPr>
            <p:ph idx="2" type="body"/>
          </p:nvPr>
        </p:nvSpPr>
        <p:spPr>
          <a:xfrm>
            <a:off x="457200" y="2926080"/>
            <a:ext cx="3200400" cy="3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500"/>
              <a:buNone/>
              <a:defRPr sz="1494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200"/>
              <a:buNone/>
              <a:defRPr sz="1195"/>
            </a:lvl2pPr>
            <a:lvl3pPr indent="-228600" lvl="2" marL="1371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000"/>
              <a:buNone/>
              <a:defRPr sz="996"/>
            </a:lvl3pPr>
            <a:lvl4pPr indent="-228600" lvl="3" marL="1828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4pPr>
            <a:lvl5pPr indent="-228600" lvl="4" marL="22860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5pPr>
            <a:lvl6pPr indent="-228600" lvl="5" marL="27432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6pPr>
            <a:lvl7pPr indent="-228600" lvl="6" marL="32004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7pPr>
            <a:lvl8pPr indent="-228600" lvl="7" marL="3657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8pPr>
            <a:lvl9pPr indent="-228600" lvl="8" marL="411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900"/>
              <a:buNone/>
              <a:defRPr sz="896"/>
            </a:lvl9pPr>
          </a:lstStyle>
          <a:p/>
        </p:txBody>
      </p:sp>
      <p:sp>
        <p:nvSpPr>
          <p:cNvPr id="139" name="Google Shape;139;p17"/>
          <p:cNvSpPr txBox="1"/>
          <p:nvPr>
            <p:ph idx="10" type="dt"/>
          </p:nvPr>
        </p:nvSpPr>
        <p:spPr>
          <a:xfrm>
            <a:off x="465512" y="6459787"/>
            <a:ext cx="2618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7"/>
          <p:cNvSpPr txBox="1"/>
          <p:nvPr>
            <p:ph idx="11" type="ftr"/>
          </p:nvPr>
        </p:nvSpPr>
        <p:spPr>
          <a:xfrm>
            <a:off x="4800600" y="6459787"/>
            <a:ext cx="4648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7"/>
          <p:cNvSpPr txBox="1"/>
          <p:nvPr>
            <p:ph idx="12" type="sldNum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/>
          <p:nvPr/>
        </p:nvSpPr>
        <p:spPr>
          <a:xfrm>
            <a:off x="1" y="4953000"/>
            <a:ext cx="12188700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050" lIns="91050" spcFirstLastPara="1" rIns="91050" wrap="square" tIns="91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4"/>
              <a:buFont typeface="Arial"/>
              <a:buNone/>
            </a:pPr>
            <a:r>
              <a:t/>
            </a:r>
            <a:endParaRPr b="0" i="0" sz="13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16" y="491507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050" lIns="91050" spcFirstLastPara="1" rIns="91050" wrap="square" tIns="91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4"/>
              <a:buFont typeface="Arial"/>
              <a:buNone/>
            </a:pPr>
            <a:r>
              <a:t/>
            </a:r>
            <a:endParaRPr b="0" i="0" sz="13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 txBox="1"/>
          <p:nvPr>
            <p:ph type="title"/>
          </p:nvPr>
        </p:nvSpPr>
        <p:spPr>
          <a:xfrm>
            <a:off x="1097281" y="5074920"/>
            <a:ext cx="10113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586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8"/>
          <p:cNvSpPr/>
          <p:nvPr>
            <p:ph idx="2" type="pic"/>
          </p:nvPr>
        </p:nvSpPr>
        <p:spPr>
          <a:xfrm>
            <a:off x="16" y="0"/>
            <a:ext cx="12192000" cy="4915200"/>
          </a:xfrm>
          <a:prstGeom prst="rect">
            <a:avLst/>
          </a:prstGeom>
          <a:solidFill>
            <a:srgbClr val="C6D1DD"/>
          </a:solidFill>
          <a:ln>
            <a:noFill/>
          </a:ln>
        </p:spPr>
      </p:sp>
      <p:sp>
        <p:nvSpPr>
          <p:cNvPr id="147" name="Google Shape;147;p18"/>
          <p:cNvSpPr txBox="1"/>
          <p:nvPr>
            <p:ph idx="1" type="body"/>
          </p:nvPr>
        </p:nvSpPr>
        <p:spPr>
          <a:xfrm>
            <a:off x="1097280" y="5907024"/>
            <a:ext cx="10113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94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98"/>
              </a:spcBef>
              <a:spcAft>
                <a:spcPts val="0"/>
              </a:spcAft>
              <a:buSzPts val="1200"/>
              <a:buNone/>
              <a:defRPr sz="1195"/>
            </a:lvl2pPr>
            <a:lvl3pPr indent="-228600" lvl="2" marL="1371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000"/>
              <a:buNone/>
              <a:defRPr sz="996"/>
            </a:lvl3pPr>
            <a:lvl4pPr indent="-228600" lvl="3" marL="1828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4pPr>
            <a:lvl5pPr indent="-228600" lvl="4" marL="22860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5pPr>
            <a:lvl6pPr indent="-228600" lvl="5" marL="27432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6pPr>
            <a:lvl7pPr indent="-228600" lvl="6" marL="32004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7pPr>
            <a:lvl8pPr indent="-228600" lvl="7" marL="3657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8pPr>
            <a:lvl9pPr indent="-228600" lvl="8" marL="411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900"/>
              <a:buNone/>
              <a:defRPr sz="896"/>
            </a:lvl9pPr>
          </a:lstStyle>
          <a:p/>
        </p:txBody>
      </p:sp>
      <p:sp>
        <p:nvSpPr>
          <p:cNvPr id="148" name="Google Shape;148;p18"/>
          <p:cNvSpPr txBox="1"/>
          <p:nvPr>
            <p:ph idx="10" type="dt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11" type="ftr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2" type="sldNum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9"/>
          <p:cNvSpPr txBox="1"/>
          <p:nvPr>
            <p:ph idx="1" type="body"/>
          </p:nvPr>
        </p:nvSpPr>
        <p:spPr>
          <a:xfrm rot="5400000">
            <a:off x="4114829" y="-1171815"/>
            <a:ext cx="402330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54" name="Google Shape;154;p19"/>
          <p:cNvSpPr txBox="1"/>
          <p:nvPr>
            <p:ph idx="10" type="dt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9"/>
          <p:cNvSpPr txBox="1"/>
          <p:nvPr>
            <p:ph idx="11" type="ftr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9"/>
          <p:cNvSpPr txBox="1"/>
          <p:nvPr>
            <p:ph idx="12" type="sldNum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showMasterSp="0" type="vertTitleAndTx">
  <p:cSld name="VERTICAL_TITLE_AND_VERTICAL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/>
          <p:nvPr/>
        </p:nvSpPr>
        <p:spPr>
          <a:xfrm>
            <a:off x="3176" y="6400800"/>
            <a:ext cx="121887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050" lIns="91050" spcFirstLastPara="1" rIns="91050" wrap="square" tIns="91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4"/>
              <a:buFont typeface="Arial"/>
              <a:buNone/>
            </a:pPr>
            <a:r>
              <a:t/>
            </a:r>
            <a:endParaRPr b="0" i="0" sz="13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16" y="6334316"/>
            <a:ext cx="12188700" cy="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050" lIns="91050" spcFirstLastPara="1" rIns="91050" wrap="square" tIns="91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4"/>
              <a:buFont typeface="Arial"/>
              <a:buNone/>
            </a:pPr>
            <a:r>
              <a:t/>
            </a:r>
            <a:endParaRPr b="0" i="0" sz="13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0"/>
          <p:cNvSpPr txBox="1"/>
          <p:nvPr>
            <p:ph type="title"/>
          </p:nvPr>
        </p:nvSpPr>
        <p:spPr>
          <a:xfrm rot="5400000">
            <a:off x="7159350" y="1977852"/>
            <a:ext cx="57600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0"/>
          <p:cNvSpPr txBox="1"/>
          <p:nvPr>
            <p:ph idx="1" type="body"/>
          </p:nvPr>
        </p:nvSpPr>
        <p:spPr>
          <a:xfrm rot="5400000">
            <a:off x="1825351" y="-574847"/>
            <a:ext cx="57600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62" name="Google Shape;162;p20"/>
          <p:cNvSpPr txBox="1"/>
          <p:nvPr>
            <p:ph idx="10" type="dt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0"/>
          <p:cNvSpPr txBox="1"/>
          <p:nvPr>
            <p:ph idx="11" type="ftr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0"/>
          <p:cNvSpPr txBox="1"/>
          <p:nvPr>
            <p:ph idx="12" type="sldNum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on ">
  <p:cSld name="Encabezado de Seccion 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/>
          <p:nvPr>
            <p:ph type="title"/>
          </p:nvPr>
        </p:nvSpPr>
        <p:spPr>
          <a:xfrm>
            <a:off x="551384" y="2051019"/>
            <a:ext cx="107808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Calibri"/>
              <a:buNone/>
              <a:defRPr b="0" sz="5378">
                <a:solidFill>
                  <a:srgbClr val="C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1"/>
          <p:cNvSpPr txBox="1"/>
          <p:nvPr>
            <p:ph idx="1" type="body"/>
          </p:nvPr>
        </p:nvSpPr>
        <p:spPr>
          <a:xfrm>
            <a:off x="551384" y="4359587"/>
            <a:ext cx="9229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None/>
              <a:defRPr sz="1793">
                <a:solidFill>
                  <a:srgbClr val="C0000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900"/>
              <a:buNone/>
              <a:defRPr sz="896"/>
            </a:lvl2pPr>
            <a:lvl3pPr indent="-228600" lvl="2" marL="1371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750"/>
              <a:buNone/>
              <a:defRPr sz="747"/>
            </a:lvl3pPr>
            <a:lvl4pPr indent="-228600" lvl="3" marL="1828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4pPr>
            <a:lvl5pPr indent="-228600" lvl="4" marL="22860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5pPr>
            <a:lvl6pPr indent="-228600" lvl="5" marL="27432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6pPr>
            <a:lvl7pPr indent="-228600" lvl="6" marL="32004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7pPr>
            <a:lvl8pPr indent="-228600" lvl="7" marL="3657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8pPr>
            <a:lvl9pPr indent="-228600" lvl="8" marL="411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675"/>
              <a:buNone/>
              <a:defRPr sz="672"/>
            </a:lvl9pPr>
          </a:lstStyle>
          <a:p/>
        </p:txBody>
      </p:sp>
      <p:sp>
        <p:nvSpPr>
          <p:cNvPr id="168" name="Google Shape;168;p21"/>
          <p:cNvSpPr txBox="1"/>
          <p:nvPr>
            <p:ph idx="10" type="dt"/>
          </p:nvPr>
        </p:nvSpPr>
        <p:spPr>
          <a:xfrm>
            <a:off x="3211248" y="6481096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1"/>
          <p:cNvSpPr txBox="1"/>
          <p:nvPr>
            <p:ph idx="11" type="ftr"/>
          </p:nvPr>
        </p:nvSpPr>
        <p:spPr>
          <a:xfrm>
            <a:off x="685800" y="6481102"/>
            <a:ext cx="28179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21"/>
          <p:cNvSpPr txBox="1"/>
          <p:nvPr>
            <p:ph idx="12" type="sldNum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75808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os objetos">
  <p:cSld name="1_Dos objetos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/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000"/>
              <a:buFont typeface="Calibri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2"/>
          <p:cNvSpPr txBox="1"/>
          <p:nvPr>
            <p:ph idx="1" type="body"/>
          </p:nvPr>
        </p:nvSpPr>
        <p:spPr>
          <a:xfrm>
            <a:off x="676656" y="1998134"/>
            <a:ext cx="4663500" cy="37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»"/>
              <a:defRPr sz="1793"/>
            </a:lvl1pPr>
            <a:lvl2pPr indent="-323850" lvl="1" marL="9144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Char char=" "/>
              <a:defRPr sz="1494"/>
            </a:lvl2pPr>
            <a:lvl3pPr indent="-314325" lvl="2" marL="1371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Clr>
                <a:srgbClr val="C00000"/>
              </a:buClr>
              <a:buSzPts val="1350"/>
              <a:buFont typeface="Arial"/>
              <a:buChar char=" "/>
              <a:defRPr sz="1345"/>
            </a:lvl3pPr>
            <a:lvl4pPr indent="-304800" lvl="3" marL="1828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195"/>
            </a:lvl4pPr>
            <a:lvl5pPr indent="-304800" lvl="4" marL="22860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195"/>
            </a:lvl5pPr>
            <a:lvl6pPr indent="-304800" lvl="5" marL="27432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200"/>
              <a:buChar char="◦"/>
              <a:defRPr sz="1195"/>
            </a:lvl6pPr>
            <a:lvl7pPr indent="-304800" lvl="6" marL="32004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200"/>
              <a:buChar char="◦"/>
              <a:defRPr sz="1195"/>
            </a:lvl7pPr>
            <a:lvl8pPr indent="-304800" lvl="7" marL="3657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200"/>
              <a:buChar char="◦"/>
              <a:defRPr sz="1195"/>
            </a:lvl8pPr>
            <a:lvl9pPr indent="-304800" lvl="8" marL="411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200"/>
              <a:buChar char="◦"/>
              <a:defRPr sz="1195"/>
            </a:lvl9pPr>
          </a:lstStyle>
          <a:p/>
        </p:txBody>
      </p:sp>
      <p:sp>
        <p:nvSpPr>
          <p:cNvPr id="174" name="Google Shape;174;p22"/>
          <p:cNvSpPr txBox="1"/>
          <p:nvPr>
            <p:ph idx="2" type="body"/>
          </p:nvPr>
        </p:nvSpPr>
        <p:spPr>
          <a:xfrm>
            <a:off x="6011331" y="1998134"/>
            <a:ext cx="4663500" cy="37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»"/>
              <a:defRPr sz="1793"/>
            </a:lvl1pPr>
            <a:lvl2pPr indent="-323850" lvl="1" marL="9144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Char char=" "/>
              <a:defRPr sz="1494"/>
            </a:lvl2pPr>
            <a:lvl3pPr indent="-314325" lvl="2" marL="1371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Clr>
                <a:srgbClr val="C00000"/>
              </a:buClr>
              <a:buSzPts val="1350"/>
              <a:buFont typeface="Arial"/>
              <a:buChar char=" "/>
              <a:defRPr sz="1345"/>
            </a:lvl3pPr>
            <a:lvl4pPr indent="-304800" lvl="3" marL="1828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195"/>
            </a:lvl4pPr>
            <a:lvl5pPr indent="-304800" lvl="4" marL="22860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195"/>
            </a:lvl5pPr>
            <a:lvl6pPr indent="-304800" lvl="5" marL="27432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200"/>
              <a:buChar char="◦"/>
              <a:defRPr sz="1195"/>
            </a:lvl6pPr>
            <a:lvl7pPr indent="-304800" lvl="6" marL="32004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200"/>
              <a:buChar char="◦"/>
              <a:defRPr sz="1195"/>
            </a:lvl7pPr>
            <a:lvl8pPr indent="-304800" lvl="7" marL="3657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200"/>
              <a:buChar char="◦"/>
              <a:defRPr sz="1195"/>
            </a:lvl8pPr>
            <a:lvl9pPr indent="-304800" lvl="8" marL="411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200"/>
              <a:buChar char="◦"/>
              <a:defRPr sz="1195"/>
            </a:lvl9pPr>
          </a:lstStyle>
          <a:p/>
        </p:txBody>
      </p:sp>
      <p:sp>
        <p:nvSpPr>
          <p:cNvPr id="175" name="Google Shape;175;p22"/>
          <p:cNvSpPr txBox="1"/>
          <p:nvPr>
            <p:ph idx="12" type="sldNum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76" name="Google Shape;176;p22"/>
          <p:cNvSpPr txBox="1"/>
          <p:nvPr>
            <p:ph idx="3" type="body"/>
          </p:nvPr>
        </p:nvSpPr>
        <p:spPr>
          <a:xfrm>
            <a:off x="5951986" y="6509540"/>
            <a:ext cx="21624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  <a:defRPr b="0" i="0" sz="822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050"/>
              <a:buNone/>
              <a:defRPr sz="1046"/>
            </a:lvl2pPr>
            <a:lvl3pPr indent="-228600" lvl="2" marL="1371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050"/>
              <a:buNone/>
              <a:defRPr sz="1046"/>
            </a:lvl3pPr>
            <a:lvl4pPr indent="-228600" lvl="3" marL="1828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050"/>
              <a:buNone/>
              <a:defRPr sz="1046"/>
            </a:lvl4pPr>
            <a:lvl5pPr indent="-228600" lvl="4" marL="22860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050"/>
              <a:buNone/>
              <a:defRPr sz="1046"/>
            </a:lvl5pPr>
            <a:lvl6pPr indent="-342900" lvl="5" marL="27432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77" name="Google Shape;177;p22"/>
          <p:cNvSpPr txBox="1"/>
          <p:nvPr>
            <p:ph idx="10" type="dt"/>
          </p:nvPr>
        </p:nvSpPr>
        <p:spPr>
          <a:xfrm>
            <a:off x="2898949" y="6511630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2"/>
          <p:cNvSpPr txBox="1"/>
          <p:nvPr>
            <p:ph idx="11" type="ftr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Normal con fuente ">
  <p:cSld name="3_Normal con fuente "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 txBox="1"/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3"/>
          <p:cNvSpPr txBox="1"/>
          <p:nvPr>
            <p:ph idx="12" type="sldNum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82" name="Google Shape;182;p23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050" spcFirstLastPara="1" rIns="91050" wrap="square" tIns="45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b="0" i="0" lang="es-ES" sz="822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b="0" i="0" sz="822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3"/>
          <p:cNvSpPr txBox="1"/>
          <p:nvPr>
            <p:ph idx="1" type="body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indent="-342900" lvl="1" marL="9144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indent="-317500" lvl="2" marL="1371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indent="-317500" lvl="3" marL="1828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indent="-317500" lvl="4" marL="22860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indent="-317500" lvl="5" marL="27432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indent="-317500" lvl="6" marL="32004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indent="-317500" lvl="7" marL="3657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indent="-317500" lvl="8" marL="411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/>
        </p:txBody>
      </p:sp>
      <p:cxnSp>
        <p:nvCxnSpPr>
          <p:cNvPr id="184" name="Google Shape;184;p23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cap="flat" cmpd="sng" w="9525">
            <a:solidFill>
              <a:srgbClr val="5171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23"/>
          <p:cNvSpPr txBox="1"/>
          <p:nvPr>
            <p:ph idx="10" type="dt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23"/>
          <p:cNvSpPr txBox="1"/>
          <p:nvPr>
            <p:ph idx="11" type="ftr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3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050" spcFirstLastPara="1" rIns="91050" wrap="square" tIns="45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b="0" i="0" lang="es-ES" sz="822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b="0" i="0" sz="822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" name="Google Shape;188;p23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cap="flat" cmpd="sng" w="9525">
            <a:solidFill>
              <a:srgbClr val="51717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Normal con fuente ">
  <p:cSld name="3_Normal con fuente  2"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 txBox="1"/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4"/>
          <p:cNvSpPr txBox="1"/>
          <p:nvPr>
            <p:ph idx="12" type="sldNum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92" name="Google Shape;192;p24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050" spcFirstLastPara="1" rIns="91050" wrap="square" tIns="45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b="0" i="0" lang="es-ES" sz="822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b="0" i="0" sz="822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4"/>
          <p:cNvSpPr txBox="1"/>
          <p:nvPr>
            <p:ph idx="1" type="body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indent="-342900" lvl="1" marL="9144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indent="-317500" lvl="2" marL="1371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indent="-317500" lvl="3" marL="1828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indent="-317500" lvl="4" marL="22860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indent="-317500" lvl="5" marL="27432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indent="-317500" lvl="6" marL="32004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indent="-317500" lvl="7" marL="3657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indent="-317500" lvl="8" marL="411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/>
        </p:txBody>
      </p:sp>
      <p:cxnSp>
        <p:nvCxnSpPr>
          <p:cNvPr id="194" name="Google Shape;194;p24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cap="flat" cmpd="sng" w="9525">
            <a:solidFill>
              <a:srgbClr val="5171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24"/>
          <p:cNvSpPr txBox="1"/>
          <p:nvPr>
            <p:ph idx="10" type="dt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24"/>
          <p:cNvSpPr txBox="1"/>
          <p:nvPr>
            <p:ph idx="11" type="ftr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24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050" spcFirstLastPara="1" rIns="91050" wrap="square" tIns="45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b="0" i="0" lang="es-ES" sz="822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b="0" i="0" sz="822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24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cap="flat" cmpd="sng" w="9525">
            <a:solidFill>
              <a:srgbClr val="51717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Normal con fuente ">
  <p:cSld name="4_Normal con fuente "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/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25"/>
          <p:cNvSpPr txBox="1"/>
          <p:nvPr>
            <p:ph idx="12" type="sldNum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02" name="Google Shape;202;p25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050" spcFirstLastPara="1" rIns="91050" wrap="square" tIns="45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b="0" i="0" lang="es-ES" sz="822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b="0" i="0" sz="822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5"/>
          <p:cNvSpPr txBox="1"/>
          <p:nvPr>
            <p:ph idx="1" type="body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indent="-342900" lvl="1" marL="9144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indent="-317500" lvl="2" marL="1371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indent="-317500" lvl="3" marL="1828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indent="-317500" lvl="4" marL="22860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indent="-317500" lvl="5" marL="27432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indent="-317500" lvl="6" marL="32004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indent="-317500" lvl="7" marL="3657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indent="-317500" lvl="8" marL="411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/>
        </p:txBody>
      </p:sp>
      <p:cxnSp>
        <p:nvCxnSpPr>
          <p:cNvPr id="204" name="Google Shape;204;p25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cap="flat" cmpd="sng" w="9525">
            <a:solidFill>
              <a:srgbClr val="5171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25"/>
          <p:cNvSpPr txBox="1"/>
          <p:nvPr>
            <p:ph idx="10" type="dt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5"/>
          <p:cNvSpPr txBox="1"/>
          <p:nvPr>
            <p:ph idx="11" type="ftr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25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050" spcFirstLastPara="1" rIns="91050" wrap="square" tIns="45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b="0" i="0" lang="es-ES" sz="822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b="0" i="0" sz="822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8" name="Google Shape;208;p25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cap="flat" cmpd="sng" w="9525">
            <a:solidFill>
              <a:srgbClr val="51717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Normal con fuente ">
  <p:cSld name="5_Normal con fuente ">
    <p:bg>
      <p:bgPr>
        <a:solidFill>
          <a:schemeClr val="l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/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26"/>
          <p:cNvSpPr txBox="1"/>
          <p:nvPr>
            <p:ph idx="12" type="sldNum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12" name="Google Shape;212;p26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050" spcFirstLastPara="1" rIns="91050" wrap="square" tIns="45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b="0" i="0" lang="es-ES" sz="822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b="0" i="0" sz="822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 txBox="1"/>
          <p:nvPr>
            <p:ph idx="1" type="body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indent="-342900" lvl="1" marL="9144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indent="-317500" lvl="2" marL="1371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indent="-317500" lvl="3" marL="1828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indent="-317500" lvl="4" marL="22860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indent="-317500" lvl="5" marL="27432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indent="-317500" lvl="6" marL="32004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indent="-317500" lvl="7" marL="3657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indent="-317500" lvl="8" marL="411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/>
        </p:txBody>
      </p:sp>
      <p:cxnSp>
        <p:nvCxnSpPr>
          <p:cNvPr id="214" name="Google Shape;214;p26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cap="flat" cmpd="sng" w="9525">
            <a:solidFill>
              <a:srgbClr val="5171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26"/>
          <p:cNvSpPr txBox="1"/>
          <p:nvPr>
            <p:ph idx="10" type="dt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6"/>
          <p:cNvSpPr txBox="1"/>
          <p:nvPr>
            <p:ph idx="11" type="ftr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6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050" spcFirstLastPara="1" rIns="91050" wrap="square" tIns="45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b="0" i="0" lang="es-ES" sz="822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b="0" i="0" sz="822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26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cap="flat" cmpd="sng" w="9525">
            <a:solidFill>
              <a:srgbClr val="51717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Normal con fuente ">
  <p:cSld name="6_Normal con fuente ">
    <p:bg>
      <p:bgPr>
        <a:solidFill>
          <a:schemeClr val="lt1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27"/>
          <p:cNvSpPr txBox="1"/>
          <p:nvPr>
            <p:ph idx="12" type="sldNum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22" name="Google Shape;222;p27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050" spcFirstLastPara="1" rIns="91050" wrap="square" tIns="45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b="0" i="0" lang="es-ES" sz="822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b="0" i="0" sz="822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7"/>
          <p:cNvSpPr txBox="1"/>
          <p:nvPr>
            <p:ph idx="1" type="body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indent="-342900" lvl="1" marL="9144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indent="-317500" lvl="2" marL="1371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indent="-317500" lvl="3" marL="1828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indent="-317500" lvl="4" marL="22860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indent="-317500" lvl="5" marL="27432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indent="-317500" lvl="6" marL="32004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indent="-317500" lvl="7" marL="3657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indent="-317500" lvl="8" marL="411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/>
        </p:txBody>
      </p:sp>
      <p:cxnSp>
        <p:nvCxnSpPr>
          <p:cNvPr id="224" name="Google Shape;224;p27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cap="flat" cmpd="sng" w="9525">
            <a:solidFill>
              <a:srgbClr val="5171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27"/>
          <p:cNvSpPr txBox="1"/>
          <p:nvPr>
            <p:ph idx="10" type="dt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7"/>
          <p:cNvSpPr txBox="1"/>
          <p:nvPr>
            <p:ph idx="11" type="ftr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27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050" spcFirstLastPara="1" rIns="91050" wrap="square" tIns="45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b="0" i="0" lang="es-ES" sz="822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b="0" i="0" sz="822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8" name="Google Shape;228;p27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cap="flat" cmpd="sng" w="9525">
            <a:solidFill>
              <a:srgbClr val="51717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Normal con fuente ">
  <p:cSld name="7_Normal con fuente ">
    <p:bg>
      <p:bgPr>
        <a:solidFill>
          <a:schemeClr val="lt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"/>
          <p:cNvSpPr txBox="1"/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28"/>
          <p:cNvSpPr txBox="1"/>
          <p:nvPr>
            <p:ph idx="12" type="sldNum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32" name="Google Shape;232;p28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050" spcFirstLastPara="1" rIns="91050" wrap="square" tIns="45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b="0" i="0" lang="es-ES" sz="822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b="0" i="0" sz="822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8"/>
          <p:cNvSpPr txBox="1"/>
          <p:nvPr>
            <p:ph idx="1" type="body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indent="-342900" lvl="1" marL="9144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indent="-317500" lvl="2" marL="1371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indent="-317500" lvl="3" marL="1828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indent="-317500" lvl="4" marL="22860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indent="-317500" lvl="5" marL="27432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indent="-317500" lvl="6" marL="32004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indent="-317500" lvl="7" marL="3657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indent="-317500" lvl="8" marL="411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/>
        </p:txBody>
      </p:sp>
      <p:cxnSp>
        <p:nvCxnSpPr>
          <p:cNvPr id="234" name="Google Shape;234;p28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cap="flat" cmpd="sng" w="9525">
            <a:solidFill>
              <a:srgbClr val="5171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p28"/>
          <p:cNvSpPr txBox="1"/>
          <p:nvPr>
            <p:ph idx="10" type="dt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28"/>
          <p:cNvSpPr txBox="1"/>
          <p:nvPr>
            <p:ph idx="11" type="ftr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8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050" spcFirstLastPara="1" rIns="91050" wrap="square" tIns="45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b="0" i="0" lang="es-ES" sz="822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b="0" i="0" sz="822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8" name="Google Shape;238;p28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cap="flat" cmpd="sng" w="9525">
            <a:solidFill>
              <a:srgbClr val="51717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Normal con fuente ">
  <p:cSld name="9_Normal con fuente ">
    <p:bg>
      <p:bgPr>
        <a:solidFill>
          <a:schemeClr val="l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9"/>
          <p:cNvSpPr txBox="1"/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29"/>
          <p:cNvSpPr txBox="1"/>
          <p:nvPr>
            <p:ph idx="12" type="sldNum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42" name="Google Shape;242;p29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050" spcFirstLastPara="1" rIns="91050" wrap="square" tIns="45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b="0" i="0" lang="es-ES" sz="822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b="0" i="0" sz="822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9"/>
          <p:cNvSpPr txBox="1"/>
          <p:nvPr>
            <p:ph idx="1" type="body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indent="-342900" lvl="1" marL="9144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indent="-317500" lvl="2" marL="1371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indent="-317500" lvl="3" marL="1828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indent="-317500" lvl="4" marL="22860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indent="-317500" lvl="5" marL="27432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indent="-317500" lvl="6" marL="32004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indent="-317500" lvl="7" marL="3657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indent="-317500" lvl="8" marL="411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/>
        </p:txBody>
      </p:sp>
      <p:cxnSp>
        <p:nvCxnSpPr>
          <p:cNvPr id="244" name="Google Shape;244;p29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cap="flat" cmpd="sng" w="9525">
            <a:solidFill>
              <a:srgbClr val="5171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29"/>
          <p:cNvSpPr txBox="1"/>
          <p:nvPr>
            <p:ph idx="10" type="dt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29"/>
          <p:cNvSpPr txBox="1"/>
          <p:nvPr>
            <p:ph idx="11" type="ftr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29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050" spcFirstLastPara="1" rIns="91050" wrap="square" tIns="45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b="0" i="0" lang="es-ES" sz="822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b="0" i="0" sz="822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8" name="Google Shape;248;p29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cap="flat" cmpd="sng" w="9525">
            <a:solidFill>
              <a:srgbClr val="51717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Normal con fuente ">
  <p:cSld name="10_Normal con fuente ">
    <p:bg>
      <p:bgPr>
        <a:solidFill>
          <a:schemeClr val="lt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0"/>
          <p:cNvSpPr txBox="1"/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30"/>
          <p:cNvSpPr txBox="1"/>
          <p:nvPr>
            <p:ph idx="12" type="sldNum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52" name="Google Shape;252;p3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050" spcFirstLastPara="1" rIns="91050" wrap="square" tIns="45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b="0" i="0" lang="es-ES" sz="822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b="0" i="0" sz="822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0"/>
          <p:cNvSpPr txBox="1"/>
          <p:nvPr>
            <p:ph idx="1" type="body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indent="-342900" lvl="1" marL="9144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indent="-317500" lvl="2" marL="1371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indent="-317500" lvl="3" marL="1828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indent="-317500" lvl="4" marL="22860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indent="-317500" lvl="5" marL="27432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indent="-317500" lvl="6" marL="32004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indent="-317500" lvl="7" marL="3657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indent="-317500" lvl="8" marL="411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/>
        </p:txBody>
      </p:sp>
      <p:cxnSp>
        <p:nvCxnSpPr>
          <p:cNvPr id="254" name="Google Shape;254;p3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cap="flat" cmpd="sng" w="9525">
            <a:solidFill>
              <a:srgbClr val="5171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p30"/>
          <p:cNvSpPr txBox="1"/>
          <p:nvPr>
            <p:ph idx="10" type="dt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30"/>
          <p:cNvSpPr txBox="1"/>
          <p:nvPr>
            <p:ph idx="11" type="ftr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30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050" spcFirstLastPara="1" rIns="91050" wrap="square" tIns="45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b="0" i="0" lang="es-ES" sz="822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b="0" i="0" sz="822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8" name="Google Shape;258;p30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cap="flat" cmpd="sng" w="9525">
            <a:solidFill>
              <a:srgbClr val="51717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Normal con fuente ">
  <p:cSld name="11_Normal con fuente ">
    <p:bg>
      <p:bgPr>
        <a:solidFill>
          <a:schemeClr val="lt1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1"/>
          <p:cNvSpPr txBox="1"/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31"/>
          <p:cNvSpPr txBox="1"/>
          <p:nvPr>
            <p:ph idx="12" type="sldNum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62" name="Google Shape;262;p31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050" spcFirstLastPara="1" rIns="91050" wrap="square" tIns="45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b="0" i="0" lang="es-ES" sz="822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b="0" i="0" sz="822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1"/>
          <p:cNvSpPr txBox="1"/>
          <p:nvPr>
            <p:ph idx="1" type="body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indent="-342900" lvl="1" marL="9144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indent="-317500" lvl="2" marL="1371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indent="-317500" lvl="3" marL="1828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indent="-317500" lvl="4" marL="22860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indent="-317500" lvl="5" marL="27432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indent="-317500" lvl="6" marL="32004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indent="-317500" lvl="7" marL="3657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indent="-317500" lvl="8" marL="411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/>
        </p:txBody>
      </p:sp>
      <p:cxnSp>
        <p:nvCxnSpPr>
          <p:cNvPr id="264" name="Google Shape;264;p31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cap="flat" cmpd="sng" w="9525">
            <a:solidFill>
              <a:srgbClr val="5171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31"/>
          <p:cNvSpPr txBox="1"/>
          <p:nvPr>
            <p:ph idx="10" type="dt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31"/>
          <p:cNvSpPr txBox="1"/>
          <p:nvPr>
            <p:ph idx="11" type="ftr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31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050" spcFirstLastPara="1" rIns="91050" wrap="square" tIns="45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b="0" i="0" lang="es-ES" sz="822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b="0" i="0" sz="822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8" name="Google Shape;268;p31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cap="flat" cmpd="sng" w="9525">
            <a:solidFill>
              <a:srgbClr val="51717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Normal con fuente ">
  <p:cSld name="15_Normal con fuente ">
    <p:bg>
      <p:bgPr>
        <a:solidFill>
          <a:schemeClr val="lt1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2"/>
          <p:cNvSpPr txBox="1"/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2"/>
          <p:cNvSpPr txBox="1"/>
          <p:nvPr>
            <p:ph idx="12" type="sldNum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72" name="Google Shape;272;p32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050" spcFirstLastPara="1" rIns="91050" wrap="square" tIns="45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b="0" i="0" lang="es-ES" sz="822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b="0" i="0" sz="822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2"/>
          <p:cNvSpPr txBox="1"/>
          <p:nvPr>
            <p:ph idx="1" type="body"/>
          </p:nvPr>
        </p:nvSpPr>
        <p:spPr>
          <a:xfrm>
            <a:off x="623392" y="1902581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indent="-342900" lvl="1" marL="9144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indent="-317500" lvl="2" marL="1371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indent="-317500" lvl="3" marL="18288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indent="-317500" lvl="4" marL="22860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indent="-317500" lvl="5" marL="27432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indent="-317500" lvl="6" marL="32004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indent="-317500" lvl="7" marL="36576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indent="-317500" lvl="8" marL="41148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/>
        </p:txBody>
      </p:sp>
      <p:cxnSp>
        <p:nvCxnSpPr>
          <p:cNvPr id="274" name="Google Shape;274;p32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cap="flat" cmpd="sng" w="9525">
            <a:solidFill>
              <a:srgbClr val="5171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5" name="Google Shape;275;p32"/>
          <p:cNvSpPr txBox="1"/>
          <p:nvPr>
            <p:ph idx="10" type="dt"/>
          </p:nvPr>
        </p:nvSpPr>
        <p:spPr>
          <a:xfrm>
            <a:off x="2567609" y="6543225"/>
            <a:ext cx="8259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32"/>
          <p:cNvSpPr txBox="1"/>
          <p:nvPr>
            <p:ph idx="11" type="ftr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46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32"/>
          <p:cNvSpPr txBox="1"/>
          <p:nvPr/>
        </p:nvSpPr>
        <p:spPr>
          <a:xfrm>
            <a:off x="5176317" y="6484431"/>
            <a:ext cx="6624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00" lIns="91050" spcFirstLastPara="1" rIns="91050" wrap="square" tIns="45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2"/>
              <a:buFont typeface="Arial"/>
              <a:buNone/>
            </a:pPr>
            <a:r>
              <a:rPr b="0" i="0" lang="es-ES" sz="822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b="0" i="0" sz="822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8" name="Google Shape;278;p32"/>
          <p:cNvCxnSpPr/>
          <p:nvPr/>
        </p:nvCxnSpPr>
        <p:spPr>
          <a:xfrm>
            <a:off x="623396" y="1772816"/>
            <a:ext cx="10772700" cy="0"/>
          </a:xfrm>
          <a:prstGeom prst="straightConnector1">
            <a:avLst/>
          </a:prstGeom>
          <a:noFill/>
          <a:ln cap="flat" cmpd="sng" w="9525">
            <a:solidFill>
              <a:srgbClr val="51717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 1">
  <p:cSld name="Imagen con título 1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/>
          <p:nvPr>
            <p:ph type="title"/>
          </p:nvPr>
        </p:nvSpPr>
        <p:spPr>
          <a:xfrm>
            <a:off x="653976" y="4737546"/>
            <a:ext cx="107808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Calibri"/>
              <a:buNone/>
              <a:defRPr b="0" sz="3300">
                <a:solidFill>
                  <a:srgbClr val="C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33"/>
          <p:cNvSpPr txBox="1"/>
          <p:nvPr>
            <p:ph idx="1" type="body"/>
          </p:nvPr>
        </p:nvSpPr>
        <p:spPr>
          <a:xfrm>
            <a:off x="653976" y="5487888"/>
            <a:ext cx="9229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75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C00000"/>
                </a:solidFill>
              </a:defRPr>
            </a:lvl1pPr>
            <a:lvl2pPr indent="-228600" lvl="1" marL="914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750"/>
              <a:buNone/>
              <a:defRPr sz="750"/>
            </a:lvl3pPr>
            <a:lvl4pPr indent="-228600" lvl="3" marL="1828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4pPr>
            <a:lvl5pPr indent="-228600" lvl="4" marL="22860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5pPr>
            <a:lvl6pPr indent="-228600" lvl="5" marL="27432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6pPr>
            <a:lvl7pPr indent="-228600" lvl="6" marL="3200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7pPr>
            <a:lvl8pPr indent="-228600" lvl="7" marL="3657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8pPr>
            <a:lvl9pPr indent="-228600" lvl="8" marL="4114800" algn="l">
              <a:lnSpc>
                <a:spcPct val="85000"/>
              </a:lnSpc>
              <a:spcBef>
                <a:spcPts val="450"/>
              </a:spcBef>
              <a:spcAft>
                <a:spcPts val="400"/>
              </a:spcAft>
              <a:buClr>
                <a:srgbClr val="262626"/>
              </a:buClr>
              <a:buSzPts val="675"/>
              <a:buNone/>
              <a:defRPr sz="675"/>
            </a:lvl9pPr>
          </a:lstStyle>
          <a:p/>
        </p:txBody>
      </p:sp>
      <p:sp>
        <p:nvSpPr>
          <p:cNvPr id="282" name="Google Shape;282;p33"/>
          <p:cNvSpPr txBox="1"/>
          <p:nvPr>
            <p:ph idx="10" type="dt"/>
          </p:nvPr>
        </p:nvSpPr>
        <p:spPr>
          <a:xfrm>
            <a:off x="3211248" y="6481096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33"/>
          <p:cNvSpPr txBox="1"/>
          <p:nvPr>
            <p:ph idx="11" type="ftr"/>
          </p:nvPr>
        </p:nvSpPr>
        <p:spPr>
          <a:xfrm>
            <a:off x="685800" y="6481100"/>
            <a:ext cx="22419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33"/>
          <p:cNvSpPr txBox="1"/>
          <p:nvPr>
            <p:ph idx="12" type="sldNum"/>
          </p:nvPr>
        </p:nvSpPr>
        <p:spPr>
          <a:xfrm>
            <a:off x="9265920" y="2780930"/>
            <a:ext cx="2926200" cy="1397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7725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7725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7725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7725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7725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7725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7725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7725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7725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285" name="Google Shape;285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13" y="-5815"/>
            <a:ext cx="12192000" cy="4514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13" y="-5815"/>
            <a:ext cx="12192000" cy="4514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 txBox="1"/>
          <p:nvPr>
            <p:ph type="title"/>
          </p:nvPr>
        </p:nvSpPr>
        <p:spPr>
          <a:xfrm>
            <a:off x="623395" y="499537"/>
            <a:ext cx="10806607" cy="1273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35"/>
          <p:cNvSpPr txBox="1"/>
          <p:nvPr>
            <p:ph idx="1" type="body"/>
          </p:nvPr>
        </p:nvSpPr>
        <p:spPr>
          <a:xfrm>
            <a:off x="527381" y="260648"/>
            <a:ext cx="10858576" cy="5976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1800"/>
              <a:buChar char="»"/>
              <a:defRPr/>
            </a:lvl1pPr>
            <a:lvl2pPr indent="-342900" lvl="1" marL="914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2pPr>
            <a:lvl3pPr indent="-342900" lvl="2" marL="1371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3pPr>
            <a:lvl4pPr indent="-342900" lvl="3" marL="1828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4pPr>
            <a:lvl5pPr indent="-342900" lvl="4" marL="22860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5pPr>
            <a:lvl6pPr indent="-342900" lvl="5" marL="27432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indent="-342900" lvl="6" marL="3200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indent="-342900" lvl="7" marL="3657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indent="-342900" lvl="8" marL="4114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/>
        </p:txBody>
      </p:sp>
      <p:sp>
        <p:nvSpPr>
          <p:cNvPr id="298" name="Google Shape;298;p35"/>
          <p:cNvSpPr txBox="1"/>
          <p:nvPr>
            <p:ph idx="2" type="body"/>
          </p:nvPr>
        </p:nvSpPr>
        <p:spPr>
          <a:xfrm>
            <a:off x="527384" y="6309320"/>
            <a:ext cx="4190993" cy="357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indent="-342900" lvl="6" marL="3200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indent="-342900" lvl="7" marL="3657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indent="-342900" lvl="8" marL="4114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/>
        </p:txBody>
      </p:sp>
      <p:sp>
        <p:nvSpPr>
          <p:cNvPr id="299" name="Google Shape;299;p35"/>
          <p:cNvSpPr txBox="1"/>
          <p:nvPr>
            <p:ph idx="11" type="ftr"/>
          </p:nvPr>
        </p:nvSpPr>
        <p:spPr>
          <a:xfrm>
            <a:off x="6671735" y="6308728"/>
            <a:ext cx="470535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35"/>
          <p:cNvSpPr txBox="1"/>
          <p:nvPr>
            <p:ph idx="12" type="sldNum"/>
          </p:nvPr>
        </p:nvSpPr>
        <p:spPr>
          <a:xfrm>
            <a:off x="9265920" y="2780930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Diseño personalizado">
  <p:cSld name="3_Diseño personalizado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6"/>
          <p:cNvSpPr txBox="1"/>
          <p:nvPr>
            <p:ph type="title"/>
          </p:nvPr>
        </p:nvSpPr>
        <p:spPr>
          <a:xfrm>
            <a:off x="623395" y="499537"/>
            <a:ext cx="10806607" cy="1273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36"/>
          <p:cNvSpPr txBox="1"/>
          <p:nvPr>
            <p:ph idx="11" type="ftr"/>
          </p:nvPr>
        </p:nvSpPr>
        <p:spPr>
          <a:xfrm>
            <a:off x="4241629" y="6459787"/>
            <a:ext cx="51834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36"/>
          <p:cNvSpPr txBox="1"/>
          <p:nvPr>
            <p:ph idx="12" type="sldNum"/>
          </p:nvPr>
        </p:nvSpPr>
        <p:spPr>
          <a:xfrm>
            <a:off x="9265920" y="2780930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305" name="Google Shape;305;p36"/>
          <p:cNvSpPr txBox="1"/>
          <p:nvPr>
            <p:ph idx="1" type="body"/>
          </p:nvPr>
        </p:nvSpPr>
        <p:spPr>
          <a:xfrm>
            <a:off x="4433" y="6451617"/>
            <a:ext cx="4190993" cy="357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indent="-342900" lvl="6" marL="3200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indent="-342900" lvl="7" marL="3657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indent="-342900" lvl="8" marL="4114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/>
        </p:txBody>
      </p:sp>
      <p:sp>
        <p:nvSpPr>
          <p:cNvPr id="306" name="Google Shape;306;p36"/>
          <p:cNvSpPr txBox="1"/>
          <p:nvPr>
            <p:ph idx="2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800"/>
              <a:buChar char="»"/>
              <a:defRPr sz="2800"/>
            </a:lvl1pPr>
            <a:lvl2pPr indent="-381000" lvl="1" marL="914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Char char=" "/>
              <a:defRPr sz="2400"/>
            </a:lvl2pPr>
            <a:lvl3pPr indent="-355600" lvl="2" marL="1371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Char char=" "/>
              <a:defRPr sz="2000"/>
            </a:lvl3pPr>
            <a:lvl4pPr indent="-342900" lvl="3" marL="1828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 sz="1800"/>
            </a:lvl4pPr>
            <a:lvl5pPr indent="-330200" lvl="4" marL="22860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600"/>
              <a:buChar char=" "/>
              <a:defRPr sz="1600"/>
            </a:lvl5pPr>
            <a:lvl6pPr indent="-342900" lvl="5" marL="27432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indent="-342900" lvl="6" marL="3200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indent="-342900" lvl="7" marL="3657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indent="-342900" lvl="8" marL="4114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>
  <p:cSld name="Dos objetos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7"/>
          <p:cNvSpPr txBox="1"/>
          <p:nvPr>
            <p:ph type="title"/>
          </p:nvPr>
        </p:nvSpPr>
        <p:spPr>
          <a:xfrm>
            <a:off x="623395" y="499537"/>
            <a:ext cx="10806607" cy="1273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37"/>
          <p:cNvSpPr txBox="1"/>
          <p:nvPr>
            <p:ph idx="1" type="body"/>
          </p:nvPr>
        </p:nvSpPr>
        <p:spPr>
          <a:xfrm>
            <a:off x="676656" y="1998134"/>
            <a:ext cx="4663440" cy="376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»"/>
              <a:defRPr sz="1800"/>
            </a:lvl1pPr>
            <a:lvl2pPr indent="-323850" lvl="1" marL="914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Char char=" "/>
              <a:defRPr sz="1500"/>
            </a:lvl2pPr>
            <a:lvl3pPr indent="-314325" lvl="2" marL="1371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C00000"/>
              </a:buClr>
              <a:buSzPts val="1350"/>
              <a:buFont typeface="Arial"/>
              <a:buChar char=" "/>
              <a:defRPr sz="1350"/>
            </a:lvl3pPr>
            <a:lvl4pPr indent="-304800" lvl="3" marL="1828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200"/>
            </a:lvl4pPr>
            <a:lvl5pPr indent="-304800" lvl="4" marL="22860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200"/>
            </a:lvl5pPr>
            <a:lvl6pPr indent="-304800" lvl="5" marL="27432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200"/>
            </a:lvl6pPr>
            <a:lvl7pPr indent="-304800" lvl="6" marL="3200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200"/>
            </a:lvl7pPr>
            <a:lvl8pPr indent="-304800" lvl="7" marL="3657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200"/>
            </a:lvl8pPr>
            <a:lvl9pPr indent="-304800" lvl="8" marL="4114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200"/>
            </a:lvl9pPr>
          </a:lstStyle>
          <a:p/>
        </p:txBody>
      </p:sp>
      <p:sp>
        <p:nvSpPr>
          <p:cNvPr id="310" name="Google Shape;310;p37"/>
          <p:cNvSpPr txBox="1"/>
          <p:nvPr>
            <p:ph idx="2" type="body"/>
          </p:nvPr>
        </p:nvSpPr>
        <p:spPr>
          <a:xfrm>
            <a:off x="6011331" y="1998134"/>
            <a:ext cx="4663440" cy="376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»"/>
              <a:defRPr sz="1800"/>
            </a:lvl1pPr>
            <a:lvl2pPr indent="-323850" lvl="1" marL="914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Char char=" "/>
              <a:defRPr sz="1500"/>
            </a:lvl2pPr>
            <a:lvl3pPr indent="-314325" lvl="2" marL="1371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C00000"/>
              </a:buClr>
              <a:buSzPts val="1350"/>
              <a:buFont typeface="Arial"/>
              <a:buChar char=" "/>
              <a:defRPr sz="1350"/>
            </a:lvl3pPr>
            <a:lvl4pPr indent="-304800" lvl="3" marL="1828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200"/>
            </a:lvl4pPr>
            <a:lvl5pPr indent="-304800" lvl="4" marL="22860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200"/>
            </a:lvl5pPr>
            <a:lvl6pPr indent="-304800" lvl="5" marL="27432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200"/>
            </a:lvl6pPr>
            <a:lvl7pPr indent="-304800" lvl="6" marL="3200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200"/>
            </a:lvl7pPr>
            <a:lvl8pPr indent="-304800" lvl="7" marL="3657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200"/>
            </a:lvl8pPr>
            <a:lvl9pPr indent="-304800" lvl="8" marL="4114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200"/>
              <a:buChar char=" "/>
              <a:defRPr sz="1200"/>
            </a:lvl9pPr>
          </a:lstStyle>
          <a:p/>
        </p:txBody>
      </p:sp>
      <p:sp>
        <p:nvSpPr>
          <p:cNvPr id="311" name="Google Shape;311;p37"/>
          <p:cNvSpPr txBox="1"/>
          <p:nvPr>
            <p:ph idx="12" type="sldNum"/>
          </p:nvPr>
        </p:nvSpPr>
        <p:spPr>
          <a:xfrm>
            <a:off x="9249399" y="2852614"/>
            <a:ext cx="2926080" cy="10485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312" name="Google Shape;312;p37"/>
          <p:cNvSpPr txBox="1"/>
          <p:nvPr/>
        </p:nvSpPr>
        <p:spPr>
          <a:xfrm>
            <a:off x="5176316" y="6484429"/>
            <a:ext cx="662361" cy="21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s-ES" sz="825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Fuente:</a:t>
            </a:r>
            <a:endParaRPr b="0" i="0" sz="825" u="none" cap="none" strike="noStrike">
              <a:solidFill>
                <a:srgbClr val="C5D1D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7"/>
          <p:cNvSpPr txBox="1"/>
          <p:nvPr>
            <p:ph idx="3" type="body"/>
          </p:nvPr>
        </p:nvSpPr>
        <p:spPr>
          <a:xfrm>
            <a:off x="5951985" y="6509538"/>
            <a:ext cx="2162515" cy="305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  <a:defRPr b="0" i="0" sz="825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050"/>
              <a:buNone/>
              <a:defRPr sz="1050"/>
            </a:lvl3pPr>
            <a:lvl4pPr indent="-228600" lvl="3" marL="1828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indent="-342900" lvl="6" marL="3200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indent="-342900" lvl="7" marL="3657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indent="-342900" lvl="8" marL="4114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/>
        </p:txBody>
      </p:sp>
      <p:sp>
        <p:nvSpPr>
          <p:cNvPr id="314" name="Google Shape;314;p37"/>
          <p:cNvSpPr txBox="1"/>
          <p:nvPr>
            <p:ph idx="10" type="dt"/>
          </p:nvPr>
        </p:nvSpPr>
        <p:spPr>
          <a:xfrm>
            <a:off x="2898948" y="6511628"/>
            <a:ext cx="825989" cy="256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37"/>
          <p:cNvSpPr txBox="1"/>
          <p:nvPr>
            <p:ph idx="11" type="ftr"/>
          </p:nvPr>
        </p:nvSpPr>
        <p:spPr>
          <a:xfrm>
            <a:off x="168982" y="6554697"/>
            <a:ext cx="2154900" cy="213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>
  <p:cSld name="Imagen con título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8"/>
          <p:cNvSpPr txBox="1"/>
          <p:nvPr>
            <p:ph type="title"/>
          </p:nvPr>
        </p:nvSpPr>
        <p:spPr>
          <a:xfrm>
            <a:off x="653976" y="4737546"/>
            <a:ext cx="10780776" cy="6132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Calibri"/>
              <a:buNone/>
              <a:defRPr b="0" sz="3300">
                <a:solidFill>
                  <a:srgbClr val="C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38"/>
          <p:cNvSpPr txBox="1"/>
          <p:nvPr>
            <p:ph idx="1" type="body"/>
          </p:nvPr>
        </p:nvSpPr>
        <p:spPr>
          <a:xfrm>
            <a:off x="653976" y="5487888"/>
            <a:ext cx="9229344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75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C00000"/>
                </a:solidFill>
              </a:defRPr>
            </a:lvl1pPr>
            <a:lvl2pPr indent="-228600" lvl="1" marL="914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750"/>
              <a:buNone/>
              <a:defRPr sz="750"/>
            </a:lvl3pPr>
            <a:lvl4pPr indent="-228600" lvl="3" marL="1828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4pPr>
            <a:lvl5pPr indent="-228600" lvl="4" marL="22860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5pPr>
            <a:lvl6pPr indent="-228600" lvl="5" marL="27432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6pPr>
            <a:lvl7pPr indent="-228600" lvl="6" marL="3200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7pPr>
            <a:lvl8pPr indent="-228600" lvl="7" marL="3657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8pPr>
            <a:lvl9pPr indent="-228600" lvl="8" marL="4114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9pPr>
          </a:lstStyle>
          <a:p/>
        </p:txBody>
      </p:sp>
      <p:sp>
        <p:nvSpPr>
          <p:cNvPr id="319" name="Google Shape;319;p38"/>
          <p:cNvSpPr txBox="1"/>
          <p:nvPr>
            <p:ph idx="10" type="dt"/>
          </p:nvPr>
        </p:nvSpPr>
        <p:spPr>
          <a:xfrm>
            <a:off x="3211248" y="6481096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38"/>
          <p:cNvSpPr txBox="1"/>
          <p:nvPr>
            <p:ph idx="11" type="ftr"/>
          </p:nvPr>
        </p:nvSpPr>
        <p:spPr>
          <a:xfrm>
            <a:off x="685800" y="6481100"/>
            <a:ext cx="2241848" cy="302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38"/>
          <p:cNvSpPr txBox="1"/>
          <p:nvPr>
            <p:ph idx="12" type="sldNum"/>
          </p:nvPr>
        </p:nvSpPr>
        <p:spPr>
          <a:xfrm>
            <a:off x="9265920" y="2780930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descr="2" id="322" name="Google Shape;322;p38"/>
          <p:cNvPicPr preferRelativeResize="0"/>
          <p:nvPr/>
        </p:nvPicPr>
        <p:blipFill rotWithShape="1">
          <a:blip r:embed="rId2">
            <a:alphaModFix/>
          </a:blip>
          <a:srcRect b="0" l="8462" r="0" t="0"/>
          <a:stretch/>
        </p:blipFill>
        <p:spPr>
          <a:xfrm>
            <a:off x="21928" y="12576"/>
            <a:ext cx="12144672" cy="4061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Diseño personalizado">
  <p:cSld name="4_Diseño personalizado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9"/>
          <p:cNvSpPr txBox="1"/>
          <p:nvPr>
            <p:ph type="title"/>
          </p:nvPr>
        </p:nvSpPr>
        <p:spPr>
          <a:xfrm>
            <a:off x="623395" y="499537"/>
            <a:ext cx="10806607" cy="1273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39"/>
          <p:cNvSpPr txBox="1"/>
          <p:nvPr>
            <p:ph idx="12" type="sldNum"/>
          </p:nvPr>
        </p:nvSpPr>
        <p:spPr>
          <a:xfrm>
            <a:off x="9265920" y="2780930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b="0" i="0" sz="6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b="0" i="0" sz="6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b="0" i="0" sz="6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b="0" i="0" sz="6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b="0" i="0" sz="6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b="0" i="0" sz="6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b="0" i="0" sz="6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b="0" i="0" sz="6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  <a:defRPr b="0" i="0" sz="6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326" name="Google Shape;326;p39"/>
          <p:cNvSpPr txBox="1"/>
          <p:nvPr>
            <p:ph idx="10" type="dt"/>
          </p:nvPr>
        </p:nvSpPr>
        <p:spPr>
          <a:xfrm>
            <a:off x="2567608" y="6543223"/>
            <a:ext cx="825989" cy="256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39"/>
          <p:cNvSpPr txBox="1"/>
          <p:nvPr>
            <p:ph idx="11" type="ftr"/>
          </p:nvPr>
        </p:nvSpPr>
        <p:spPr>
          <a:xfrm>
            <a:off x="168981" y="6554697"/>
            <a:ext cx="3334731" cy="303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med"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on ">
  <p:cSld name="Encabezado de Seccion 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" id="329" name="Google Shape;329;p40"/>
          <p:cNvPicPr preferRelativeResize="0"/>
          <p:nvPr/>
        </p:nvPicPr>
        <p:blipFill rotWithShape="1">
          <a:blip r:embed="rId2">
            <a:alphaModFix/>
          </a:blip>
          <a:srcRect b="0" l="8462" r="0" t="0"/>
          <a:stretch/>
        </p:blipFill>
        <p:spPr>
          <a:xfrm>
            <a:off x="32048" y="116636"/>
            <a:ext cx="12159952" cy="4177967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0"/>
          <p:cNvSpPr txBox="1"/>
          <p:nvPr>
            <p:ph type="title"/>
          </p:nvPr>
        </p:nvSpPr>
        <p:spPr>
          <a:xfrm>
            <a:off x="551384" y="2051017"/>
            <a:ext cx="10780776" cy="6132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Calibri"/>
              <a:buNone/>
              <a:defRPr b="0" sz="5400">
                <a:solidFill>
                  <a:srgbClr val="C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0"/>
          <p:cNvSpPr txBox="1"/>
          <p:nvPr>
            <p:ph idx="1" type="body"/>
          </p:nvPr>
        </p:nvSpPr>
        <p:spPr>
          <a:xfrm>
            <a:off x="551384" y="4359587"/>
            <a:ext cx="9229344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75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C00000"/>
                </a:solidFill>
              </a:defRPr>
            </a:lvl1pPr>
            <a:lvl2pPr indent="-228600" lvl="1" marL="914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750"/>
              <a:buNone/>
              <a:defRPr sz="750"/>
            </a:lvl3pPr>
            <a:lvl4pPr indent="-228600" lvl="3" marL="1828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4pPr>
            <a:lvl5pPr indent="-228600" lvl="4" marL="22860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5pPr>
            <a:lvl6pPr indent="-228600" lvl="5" marL="27432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6pPr>
            <a:lvl7pPr indent="-228600" lvl="6" marL="3200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7pPr>
            <a:lvl8pPr indent="-228600" lvl="7" marL="3657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8pPr>
            <a:lvl9pPr indent="-228600" lvl="8" marL="4114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675"/>
              <a:buNone/>
              <a:defRPr sz="675"/>
            </a:lvl9pPr>
          </a:lstStyle>
          <a:p/>
        </p:txBody>
      </p:sp>
      <p:sp>
        <p:nvSpPr>
          <p:cNvPr id="332" name="Google Shape;332;p40"/>
          <p:cNvSpPr txBox="1"/>
          <p:nvPr>
            <p:ph idx="10" type="dt"/>
          </p:nvPr>
        </p:nvSpPr>
        <p:spPr>
          <a:xfrm>
            <a:off x="3211248" y="6481096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40"/>
          <p:cNvSpPr txBox="1"/>
          <p:nvPr>
            <p:ph idx="11" type="ftr"/>
          </p:nvPr>
        </p:nvSpPr>
        <p:spPr>
          <a:xfrm>
            <a:off x="685800" y="6481100"/>
            <a:ext cx="2817912" cy="376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C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40"/>
          <p:cNvSpPr txBox="1"/>
          <p:nvPr>
            <p:ph idx="12" type="sldNum"/>
          </p:nvPr>
        </p:nvSpPr>
        <p:spPr>
          <a:xfrm>
            <a:off x="9265920" y="2780930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Diseño personalizado">
  <p:cSld name="2_Diseño personalizado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1"/>
          <p:cNvSpPr txBox="1"/>
          <p:nvPr>
            <p:ph type="title"/>
          </p:nvPr>
        </p:nvSpPr>
        <p:spPr>
          <a:xfrm>
            <a:off x="623395" y="499537"/>
            <a:ext cx="10806607" cy="1273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7" name="Google Shape;337;p41"/>
          <p:cNvSpPr txBox="1"/>
          <p:nvPr>
            <p:ph idx="12" type="sldNum"/>
          </p:nvPr>
        </p:nvSpPr>
        <p:spPr>
          <a:xfrm>
            <a:off x="9265920" y="2780930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338" name="Google Shape;338;p41"/>
          <p:cNvSpPr txBox="1"/>
          <p:nvPr>
            <p:ph idx="10" type="dt"/>
          </p:nvPr>
        </p:nvSpPr>
        <p:spPr>
          <a:xfrm>
            <a:off x="2567608" y="6543223"/>
            <a:ext cx="825989" cy="256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9" name="Google Shape;339;p41"/>
          <p:cNvSpPr txBox="1"/>
          <p:nvPr>
            <p:ph idx="11" type="ftr"/>
          </p:nvPr>
        </p:nvSpPr>
        <p:spPr>
          <a:xfrm>
            <a:off x="168982" y="6554697"/>
            <a:ext cx="2154900" cy="213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med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" showMasterSp="0" type="title">
  <p:cSld name="TITLE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/>
          <p:nvPr>
            <p:ph type="ctrTitle"/>
          </p:nvPr>
        </p:nvSpPr>
        <p:spPr>
          <a:xfrm>
            <a:off x="304800" y="4114800"/>
            <a:ext cx="9652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b="0" sz="2000"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42"/>
          <p:cNvSpPr txBox="1"/>
          <p:nvPr>
            <p:ph idx="1" type="subTitle"/>
          </p:nvPr>
        </p:nvSpPr>
        <p:spPr>
          <a:xfrm>
            <a:off x="304800" y="4706112"/>
            <a:ext cx="9245600" cy="22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1100"/>
              <a:buNone/>
              <a:defRPr b="1" sz="1100">
                <a:solidFill>
                  <a:srgbClr val="5C5C5C"/>
                </a:solidFill>
              </a:defRPr>
            </a:lvl1pPr>
            <a:lvl2pPr lvl="1" algn="ctr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2pPr>
            <a:lvl3pPr lvl="2" algn="ctr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3pPr>
            <a:lvl4pPr lvl="3" algn="ctr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4pPr>
            <a:lvl5pPr lvl="4" algn="ctr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5pPr>
            <a:lvl6pPr lvl="5" algn="ctr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6pPr>
            <a:lvl7pPr lvl="6" algn="ctr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7pPr>
            <a:lvl8pPr lvl="7" algn="ctr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8pPr>
            <a:lvl9pPr lvl="8" algn="ctr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9pPr>
          </a:lstStyle>
          <a:p/>
        </p:txBody>
      </p:sp>
      <p:sp>
        <p:nvSpPr>
          <p:cNvPr id="343" name="Google Shape;343;p42"/>
          <p:cNvSpPr txBox="1"/>
          <p:nvPr>
            <p:ph idx="12" type="sldNum"/>
          </p:nvPr>
        </p:nvSpPr>
        <p:spPr>
          <a:xfrm>
            <a:off x="8636002" y="6477000"/>
            <a:ext cx="1361017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344" name="Google Shape;344;p42"/>
          <p:cNvSpPr txBox="1"/>
          <p:nvPr>
            <p:ph idx="11" type="ftr"/>
          </p:nvPr>
        </p:nvSpPr>
        <p:spPr>
          <a:xfrm>
            <a:off x="168982" y="6554697"/>
            <a:ext cx="2154900" cy="213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5" name="Google Shape;345;p42"/>
          <p:cNvSpPr txBox="1"/>
          <p:nvPr>
            <p:ph idx="10" type="dt"/>
          </p:nvPr>
        </p:nvSpPr>
        <p:spPr>
          <a:xfrm>
            <a:off x="304800" y="64770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0A0A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seño personalizado">
  <p:cSld name="1_Diseño personalizado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3"/>
          <p:cNvSpPr txBox="1"/>
          <p:nvPr>
            <p:ph type="title"/>
          </p:nvPr>
        </p:nvSpPr>
        <p:spPr>
          <a:xfrm>
            <a:off x="623395" y="499537"/>
            <a:ext cx="10806607" cy="1273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8" name="Google Shape;348;p43"/>
          <p:cNvSpPr txBox="1"/>
          <p:nvPr>
            <p:ph idx="1" type="body"/>
          </p:nvPr>
        </p:nvSpPr>
        <p:spPr>
          <a:xfrm>
            <a:off x="335360" y="692696"/>
            <a:ext cx="10945216" cy="5544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1800"/>
              <a:buChar char="»"/>
              <a:defRPr/>
            </a:lvl1pPr>
            <a:lvl2pPr indent="-342900" lvl="1" marL="914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2pPr>
            <a:lvl3pPr indent="-342900" lvl="2" marL="1371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3pPr>
            <a:lvl4pPr indent="-342900" lvl="3" marL="1828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4pPr>
            <a:lvl5pPr indent="-342900" lvl="4" marL="22860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5pPr>
            <a:lvl6pPr indent="-342900" lvl="5" marL="27432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indent="-342900" lvl="6" marL="3200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indent="-342900" lvl="7" marL="3657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indent="-342900" lvl="8" marL="4114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/>
        </p:txBody>
      </p:sp>
      <p:sp>
        <p:nvSpPr>
          <p:cNvPr id="349" name="Google Shape;349;p43"/>
          <p:cNvSpPr txBox="1"/>
          <p:nvPr>
            <p:ph idx="2" type="body"/>
          </p:nvPr>
        </p:nvSpPr>
        <p:spPr>
          <a:xfrm>
            <a:off x="527384" y="6309320"/>
            <a:ext cx="4190993" cy="357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indent="-342900" lvl="6" marL="3200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indent="-342900" lvl="7" marL="3657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indent="-342900" lvl="8" marL="4114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/>
        </p:txBody>
      </p:sp>
      <p:sp>
        <p:nvSpPr>
          <p:cNvPr id="350" name="Google Shape;350;p43"/>
          <p:cNvSpPr txBox="1"/>
          <p:nvPr>
            <p:ph idx="3" type="body"/>
          </p:nvPr>
        </p:nvSpPr>
        <p:spPr>
          <a:xfrm>
            <a:off x="335360" y="188640"/>
            <a:ext cx="10945216" cy="504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800"/>
              <a:buChar char="»"/>
              <a:defRPr sz="2800" cap="smal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2pPr>
            <a:lvl3pPr indent="-342900" lvl="2" marL="1371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3pPr>
            <a:lvl4pPr indent="-342900" lvl="3" marL="1828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4pPr>
            <a:lvl5pPr indent="-342900" lvl="4" marL="22860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5pPr>
            <a:lvl6pPr indent="-342900" lvl="5" marL="27432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indent="-342900" lvl="6" marL="3200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indent="-342900" lvl="7" marL="3657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indent="-342900" lvl="8" marL="4114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/>
        </p:txBody>
      </p:sp>
      <p:sp>
        <p:nvSpPr>
          <p:cNvPr id="351" name="Google Shape;351;p43"/>
          <p:cNvSpPr txBox="1"/>
          <p:nvPr>
            <p:ph idx="11" type="ftr"/>
          </p:nvPr>
        </p:nvSpPr>
        <p:spPr>
          <a:xfrm>
            <a:off x="6671735" y="6308728"/>
            <a:ext cx="470535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43"/>
          <p:cNvSpPr txBox="1"/>
          <p:nvPr>
            <p:ph idx="12" type="sldNum"/>
          </p:nvPr>
        </p:nvSpPr>
        <p:spPr>
          <a:xfrm>
            <a:off x="9265920" y="2780930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353" name="Google Shape;353;p43"/>
          <p:cNvSpPr txBox="1"/>
          <p:nvPr>
            <p:ph idx="10" type="dt"/>
          </p:nvPr>
        </p:nvSpPr>
        <p:spPr>
          <a:xfrm>
            <a:off x="2567608" y="6543223"/>
            <a:ext cx="825989" cy="256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y objetos">
  <p:cSld name="1_Título y objetos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4"/>
          <p:cNvSpPr txBox="1"/>
          <p:nvPr>
            <p:ph idx="1" type="body"/>
          </p:nvPr>
        </p:nvSpPr>
        <p:spPr>
          <a:xfrm>
            <a:off x="335360" y="692696"/>
            <a:ext cx="10945216" cy="54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1800"/>
              <a:buChar char="»"/>
              <a:defRPr/>
            </a:lvl1pPr>
            <a:lvl2pPr indent="-342900" lvl="1" marL="914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2pPr>
            <a:lvl3pPr indent="-342900" lvl="2" marL="1371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3pPr>
            <a:lvl4pPr indent="-342900" lvl="3" marL="1828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4pPr>
            <a:lvl5pPr indent="-342900" lvl="4" marL="22860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5pPr>
            <a:lvl6pPr indent="-342900" lvl="5" marL="27432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indent="-342900" lvl="6" marL="3200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indent="-342900" lvl="7" marL="3657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indent="-342900" lvl="8" marL="4114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/>
        </p:txBody>
      </p:sp>
      <p:sp>
        <p:nvSpPr>
          <p:cNvPr id="356" name="Google Shape;356;p44"/>
          <p:cNvSpPr txBox="1"/>
          <p:nvPr>
            <p:ph type="title"/>
          </p:nvPr>
        </p:nvSpPr>
        <p:spPr>
          <a:xfrm>
            <a:off x="623395" y="499537"/>
            <a:ext cx="10806607" cy="1273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44"/>
          <p:cNvSpPr txBox="1"/>
          <p:nvPr>
            <p:ph idx="2" type="body"/>
          </p:nvPr>
        </p:nvSpPr>
        <p:spPr>
          <a:xfrm>
            <a:off x="335360" y="188640"/>
            <a:ext cx="10945216" cy="504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800"/>
              <a:buChar char="»"/>
              <a:defRPr sz="2800" cap="smal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2pPr>
            <a:lvl3pPr indent="-342900" lvl="2" marL="1371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3pPr>
            <a:lvl4pPr indent="-342900" lvl="3" marL="1828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4pPr>
            <a:lvl5pPr indent="-342900" lvl="4" marL="22860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5pPr>
            <a:lvl6pPr indent="-342900" lvl="5" marL="27432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indent="-342900" lvl="6" marL="3200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indent="-342900" lvl="7" marL="3657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indent="-342900" lvl="8" marL="4114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/>
        </p:txBody>
      </p:sp>
      <p:sp>
        <p:nvSpPr>
          <p:cNvPr id="358" name="Google Shape;358;p44"/>
          <p:cNvSpPr txBox="1"/>
          <p:nvPr>
            <p:ph idx="11" type="ftr"/>
          </p:nvPr>
        </p:nvSpPr>
        <p:spPr>
          <a:xfrm>
            <a:off x="168982" y="6554697"/>
            <a:ext cx="2154900" cy="213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44"/>
          <p:cNvSpPr txBox="1"/>
          <p:nvPr>
            <p:ph idx="12" type="sldNum"/>
          </p:nvPr>
        </p:nvSpPr>
        <p:spPr>
          <a:xfrm>
            <a:off x="9265920" y="2780930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>
  <p:cSld name="Encabezado de sección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5"/>
          <p:cNvSpPr/>
          <p:nvPr/>
        </p:nvSpPr>
        <p:spPr>
          <a:xfrm>
            <a:off x="0" y="4038600"/>
            <a:ext cx="12192000" cy="609600"/>
          </a:xfrm>
          <a:prstGeom prst="rect">
            <a:avLst/>
          </a:prstGeom>
          <a:solidFill>
            <a:srgbClr val="A8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45"/>
          <p:cNvSpPr/>
          <p:nvPr/>
        </p:nvSpPr>
        <p:spPr>
          <a:xfrm>
            <a:off x="0" y="4646616"/>
            <a:ext cx="12192000" cy="269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45"/>
          <p:cNvSpPr txBox="1"/>
          <p:nvPr>
            <p:ph type="ctrTitle"/>
          </p:nvPr>
        </p:nvSpPr>
        <p:spPr>
          <a:xfrm>
            <a:off x="304800" y="4114800"/>
            <a:ext cx="9652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  <a:defRPr b="0" sz="2000"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4" name="Google Shape;364;p45"/>
          <p:cNvSpPr txBox="1"/>
          <p:nvPr>
            <p:ph idx="10" type="dt"/>
          </p:nvPr>
        </p:nvSpPr>
        <p:spPr>
          <a:xfrm>
            <a:off x="304800" y="64770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0A0A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45"/>
          <p:cNvSpPr txBox="1"/>
          <p:nvPr>
            <p:ph idx="11" type="ftr"/>
          </p:nvPr>
        </p:nvSpPr>
        <p:spPr>
          <a:xfrm>
            <a:off x="168982" y="6554697"/>
            <a:ext cx="2154900" cy="213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45"/>
          <p:cNvSpPr txBox="1"/>
          <p:nvPr>
            <p:ph idx="12" type="sldNum"/>
          </p:nvPr>
        </p:nvSpPr>
        <p:spPr>
          <a:xfrm>
            <a:off x="8636002" y="6477000"/>
            <a:ext cx="1361017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6"/>
          <p:cNvSpPr txBox="1"/>
          <p:nvPr>
            <p:ph type="title"/>
          </p:nvPr>
        </p:nvSpPr>
        <p:spPr>
          <a:xfrm>
            <a:off x="623395" y="499537"/>
            <a:ext cx="10806607" cy="1273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46"/>
          <p:cNvSpPr txBox="1"/>
          <p:nvPr>
            <p:ph idx="1" type="body"/>
          </p:nvPr>
        </p:nvSpPr>
        <p:spPr>
          <a:xfrm>
            <a:off x="335360" y="268992"/>
            <a:ext cx="10972800" cy="5824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1800"/>
              <a:buChar char="»"/>
              <a:defRPr/>
            </a:lvl1pPr>
            <a:lvl2pPr indent="-342900" lvl="1" marL="914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2pPr>
            <a:lvl3pPr indent="-342900" lvl="2" marL="1371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3pPr>
            <a:lvl4pPr indent="-342900" lvl="3" marL="1828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4pPr>
            <a:lvl5pPr indent="-342900" lvl="4" marL="22860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5pPr>
            <a:lvl6pPr indent="-342900" lvl="5" marL="27432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indent="-342900" lvl="6" marL="3200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indent="-342900" lvl="7" marL="3657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indent="-342900" lvl="8" marL="4114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/>
        </p:txBody>
      </p:sp>
      <p:sp>
        <p:nvSpPr>
          <p:cNvPr id="370" name="Google Shape;370;p46"/>
          <p:cNvSpPr txBox="1"/>
          <p:nvPr>
            <p:ph idx="11" type="ftr"/>
          </p:nvPr>
        </p:nvSpPr>
        <p:spPr>
          <a:xfrm>
            <a:off x="168982" y="6554697"/>
            <a:ext cx="2154900" cy="213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46"/>
          <p:cNvSpPr txBox="1"/>
          <p:nvPr>
            <p:ph idx="12" type="sldNum"/>
          </p:nvPr>
        </p:nvSpPr>
        <p:spPr>
          <a:xfrm>
            <a:off x="9265920" y="2780930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os objetos" type="twoObj">
  <p:cSld name="TWO_OBJECTS">
    <p:bg>
      <p:bgPr>
        <a:solidFill>
          <a:srgbClr val="414141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7"/>
          <p:cNvSpPr txBox="1"/>
          <p:nvPr>
            <p:ph idx="1" type="body"/>
          </p:nvPr>
        </p:nvSpPr>
        <p:spPr>
          <a:xfrm>
            <a:off x="609600" y="1481329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800"/>
              <a:buChar char="»"/>
              <a:defRPr sz="2800"/>
            </a:lvl1pPr>
            <a:lvl2pPr indent="-381000" lvl="1" marL="914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FEFEFE"/>
              </a:buClr>
              <a:buSzPts val="2400"/>
              <a:buChar char=" "/>
              <a:defRPr sz="2400"/>
            </a:lvl2pPr>
            <a:lvl3pPr indent="-355600" lvl="2" marL="1371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FEFEFE"/>
              </a:buClr>
              <a:buSzPts val="2000"/>
              <a:buChar char=" "/>
              <a:defRPr sz="2000"/>
            </a:lvl3pPr>
            <a:lvl4pPr indent="-342900" lvl="3" marL="1828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FEFEFE"/>
              </a:buClr>
              <a:buSzPts val="1800"/>
              <a:buChar char=" "/>
              <a:defRPr sz="1800"/>
            </a:lvl4pPr>
            <a:lvl5pPr indent="-342900" lvl="4" marL="22860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FEFEFE"/>
              </a:buClr>
              <a:buSzPts val="1800"/>
              <a:buChar char=" "/>
              <a:defRPr sz="1800"/>
            </a:lvl5pPr>
            <a:lvl6pPr indent="-342900" lvl="5" marL="27432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FEFEFE"/>
              </a:buClr>
              <a:buSzPts val="1800"/>
              <a:buChar char=" "/>
              <a:defRPr/>
            </a:lvl6pPr>
            <a:lvl7pPr indent="-342900" lvl="6" marL="3200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FEFEFE"/>
              </a:buClr>
              <a:buSzPts val="1800"/>
              <a:buChar char=" "/>
              <a:defRPr/>
            </a:lvl7pPr>
            <a:lvl8pPr indent="-342900" lvl="7" marL="3657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FEFEFE"/>
              </a:buClr>
              <a:buSzPts val="1800"/>
              <a:buChar char=" "/>
              <a:defRPr/>
            </a:lvl8pPr>
            <a:lvl9pPr indent="-342900" lvl="8" marL="4114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FEFEFE"/>
              </a:buClr>
              <a:buSzPts val="1800"/>
              <a:buChar char=" "/>
              <a:defRPr/>
            </a:lvl9pPr>
          </a:lstStyle>
          <a:p/>
        </p:txBody>
      </p:sp>
      <p:sp>
        <p:nvSpPr>
          <p:cNvPr id="374" name="Google Shape;374;p47"/>
          <p:cNvSpPr txBox="1"/>
          <p:nvPr>
            <p:ph idx="2" type="body"/>
          </p:nvPr>
        </p:nvSpPr>
        <p:spPr>
          <a:xfrm>
            <a:off x="6197600" y="1481329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800"/>
              <a:buChar char="»"/>
              <a:defRPr sz="2800"/>
            </a:lvl1pPr>
            <a:lvl2pPr indent="-381000" lvl="1" marL="914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FEFEFE"/>
              </a:buClr>
              <a:buSzPts val="2400"/>
              <a:buChar char=" "/>
              <a:defRPr sz="2400"/>
            </a:lvl2pPr>
            <a:lvl3pPr indent="-355600" lvl="2" marL="1371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FEFEFE"/>
              </a:buClr>
              <a:buSzPts val="2000"/>
              <a:buChar char=" "/>
              <a:defRPr sz="2000"/>
            </a:lvl3pPr>
            <a:lvl4pPr indent="-342900" lvl="3" marL="1828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FEFEFE"/>
              </a:buClr>
              <a:buSzPts val="1800"/>
              <a:buChar char=" "/>
              <a:defRPr sz="1800"/>
            </a:lvl4pPr>
            <a:lvl5pPr indent="-342900" lvl="4" marL="22860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FEFEFE"/>
              </a:buClr>
              <a:buSzPts val="1800"/>
              <a:buChar char=" "/>
              <a:defRPr sz="1800"/>
            </a:lvl5pPr>
            <a:lvl6pPr indent="-342900" lvl="5" marL="27432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FEFEFE"/>
              </a:buClr>
              <a:buSzPts val="1800"/>
              <a:buChar char=" "/>
              <a:defRPr/>
            </a:lvl6pPr>
            <a:lvl7pPr indent="-342900" lvl="6" marL="3200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FEFEFE"/>
              </a:buClr>
              <a:buSzPts val="1800"/>
              <a:buChar char=" "/>
              <a:defRPr/>
            </a:lvl7pPr>
            <a:lvl8pPr indent="-342900" lvl="7" marL="3657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FEFEFE"/>
              </a:buClr>
              <a:buSzPts val="1800"/>
              <a:buChar char=" "/>
              <a:defRPr/>
            </a:lvl8pPr>
            <a:lvl9pPr indent="-342900" lvl="8" marL="4114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FEFEFE"/>
              </a:buClr>
              <a:buSzPts val="1800"/>
              <a:buChar char=" "/>
              <a:defRPr/>
            </a:lvl9pPr>
          </a:lstStyle>
          <a:p/>
        </p:txBody>
      </p:sp>
      <p:sp>
        <p:nvSpPr>
          <p:cNvPr id="375" name="Google Shape;375;p47"/>
          <p:cNvSpPr txBox="1"/>
          <p:nvPr>
            <p:ph idx="10" type="dt"/>
          </p:nvPr>
        </p:nvSpPr>
        <p:spPr>
          <a:xfrm>
            <a:off x="2567608" y="6543223"/>
            <a:ext cx="825989" cy="256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47"/>
          <p:cNvSpPr txBox="1"/>
          <p:nvPr>
            <p:ph idx="11" type="ftr"/>
          </p:nvPr>
        </p:nvSpPr>
        <p:spPr>
          <a:xfrm>
            <a:off x="168982" y="6554697"/>
            <a:ext cx="2154900" cy="213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7" name="Google Shape;377;p47"/>
          <p:cNvSpPr txBox="1"/>
          <p:nvPr>
            <p:ph idx="12" type="sldNum"/>
          </p:nvPr>
        </p:nvSpPr>
        <p:spPr>
          <a:xfrm>
            <a:off x="9265920" y="2780930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378" name="Google Shape;378;p47"/>
          <p:cNvSpPr txBox="1"/>
          <p:nvPr>
            <p:ph type="title"/>
          </p:nvPr>
        </p:nvSpPr>
        <p:spPr>
          <a:xfrm>
            <a:off x="623395" y="499537"/>
            <a:ext cx="10806607" cy="1273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8"/>
          <p:cNvSpPr txBox="1"/>
          <p:nvPr>
            <p:ph type="title"/>
          </p:nvPr>
        </p:nvSpPr>
        <p:spPr>
          <a:xfrm>
            <a:off x="623395" y="499537"/>
            <a:ext cx="10806607" cy="1273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48"/>
          <p:cNvSpPr txBox="1"/>
          <p:nvPr>
            <p:ph idx="10" type="dt"/>
          </p:nvPr>
        </p:nvSpPr>
        <p:spPr>
          <a:xfrm>
            <a:off x="2567608" y="6543223"/>
            <a:ext cx="825989" cy="256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48"/>
          <p:cNvSpPr txBox="1"/>
          <p:nvPr>
            <p:ph idx="11" type="ftr"/>
          </p:nvPr>
        </p:nvSpPr>
        <p:spPr>
          <a:xfrm>
            <a:off x="168982" y="6554697"/>
            <a:ext cx="2154900" cy="213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3" name="Google Shape;383;p48"/>
          <p:cNvSpPr txBox="1"/>
          <p:nvPr>
            <p:ph idx="12" type="sldNum"/>
          </p:nvPr>
        </p:nvSpPr>
        <p:spPr>
          <a:xfrm>
            <a:off x="9265920" y="2780930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Normal con fuente ">
  <p:cSld name="1_Normal con fuente ">
    <p:bg>
      <p:bgPr>
        <a:solidFill>
          <a:schemeClr val="lt1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9"/>
          <p:cNvSpPr txBox="1"/>
          <p:nvPr>
            <p:ph type="title"/>
          </p:nvPr>
        </p:nvSpPr>
        <p:spPr>
          <a:xfrm>
            <a:off x="623393" y="643372"/>
            <a:ext cx="10772775" cy="1129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49"/>
          <p:cNvSpPr txBox="1"/>
          <p:nvPr>
            <p:ph idx="12" type="sldNum"/>
          </p:nvPr>
        </p:nvSpPr>
        <p:spPr>
          <a:xfrm>
            <a:off x="9249399" y="2852612"/>
            <a:ext cx="2926080" cy="10485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387" name="Google Shape;387;p49"/>
          <p:cNvSpPr txBox="1"/>
          <p:nvPr/>
        </p:nvSpPr>
        <p:spPr>
          <a:xfrm>
            <a:off x="5176314" y="6484427"/>
            <a:ext cx="662361" cy="21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s-ES" sz="82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Fuente:</a:t>
            </a:r>
            <a:endParaRPr b="0" i="0" sz="825" u="none" cap="none" strike="noStrike">
              <a:solidFill>
                <a:srgbClr val="C5D1D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49"/>
          <p:cNvSpPr txBox="1"/>
          <p:nvPr>
            <p:ph idx="1" type="body"/>
          </p:nvPr>
        </p:nvSpPr>
        <p:spPr>
          <a:xfrm>
            <a:off x="5951985" y="6509536"/>
            <a:ext cx="2162515" cy="305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  <a:defRPr b="0" i="0" sz="825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050"/>
              <a:buNone/>
              <a:defRPr sz="1050"/>
            </a:lvl3pPr>
            <a:lvl4pPr indent="-228600" lvl="3" marL="1828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050"/>
              <a:buNone/>
              <a:defRPr sz="1050"/>
            </a:lvl4pPr>
            <a:lvl5pPr indent="-228600" lvl="4" marL="22860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050"/>
              <a:buNone/>
              <a:defRPr sz="1050"/>
            </a:lvl5pPr>
            <a:lvl6pPr indent="-342900" lvl="5" marL="27432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indent="-342900" lvl="6" marL="3200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indent="-342900" lvl="7" marL="3657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indent="-342900" lvl="8" marL="4114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/>
        </p:txBody>
      </p:sp>
      <p:sp>
        <p:nvSpPr>
          <p:cNvPr id="389" name="Google Shape;389;p49"/>
          <p:cNvSpPr txBox="1"/>
          <p:nvPr>
            <p:ph idx="2" type="body"/>
          </p:nvPr>
        </p:nvSpPr>
        <p:spPr>
          <a:xfrm>
            <a:off x="623392" y="1902577"/>
            <a:ext cx="9793088" cy="44787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»"/>
              <a:defRPr/>
            </a:lvl1pPr>
            <a:lvl2pPr indent="-342900" lvl="1" marL="914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2pPr>
            <a:lvl3pPr indent="-323850" lvl="2" marL="1371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500"/>
              <a:buChar char=" "/>
              <a:defRPr/>
            </a:lvl3pPr>
            <a:lvl4pPr indent="-314325" lvl="3" marL="1828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350"/>
              <a:buChar char=" "/>
              <a:defRPr/>
            </a:lvl4pPr>
            <a:lvl5pPr indent="-314325" lvl="4" marL="22860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350"/>
              <a:buChar char=" "/>
              <a:defRPr/>
            </a:lvl5pPr>
            <a:lvl6pPr indent="-342900" lvl="5" marL="27432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6pPr>
            <a:lvl7pPr indent="-342900" lvl="6" marL="32004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7pPr>
            <a:lvl8pPr indent="-342900" lvl="7" marL="36576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8pPr>
            <a:lvl9pPr indent="-342900" lvl="8" marL="411480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Char char=" "/>
              <a:defRPr/>
            </a:lvl9pPr>
          </a:lstStyle>
          <a:p/>
        </p:txBody>
      </p:sp>
      <p:cxnSp>
        <p:nvCxnSpPr>
          <p:cNvPr id="390" name="Google Shape;390;p49"/>
          <p:cNvCxnSpPr/>
          <p:nvPr/>
        </p:nvCxnSpPr>
        <p:spPr>
          <a:xfrm>
            <a:off x="623394" y="1772816"/>
            <a:ext cx="10772775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1" name="Google Shape;391;p49"/>
          <p:cNvSpPr txBox="1"/>
          <p:nvPr>
            <p:ph idx="10" type="dt"/>
          </p:nvPr>
        </p:nvSpPr>
        <p:spPr>
          <a:xfrm>
            <a:off x="2567608" y="6543221"/>
            <a:ext cx="825989" cy="256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2" name="Google Shape;392;p49"/>
          <p:cNvSpPr txBox="1"/>
          <p:nvPr>
            <p:ph idx="11" type="ftr"/>
          </p:nvPr>
        </p:nvSpPr>
        <p:spPr>
          <a:xfrm>
            <a:off x="168981" y="6554697"/>
            <a:ext cx="2154900" cy="213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49"/>
          <p:cNvSpPr txBox="1"/>
          <p:nvPr/>
        </p:nvSpPr>
        <p:spPr>
          <a:xfrm>
            <a:off x="5176314" y="6484427"/>
            <a:ext cx="662361" cy="21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b="0" i="0" lang="es-ES" sz="82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Fuente:</a:t>
            </a:r>
            <a:endParaRPr b="0" i="0" sz="825" u="none" cap="none" strike="noStrike">
              <a:solidFill>
                <a:srgbClr val="C5D1D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4" name="Google Shape;394;p49"/>
          <p:cNvCxnSpPr/>
          <p:nvPr/>
        </p:nvCxnSpPr>
        <p:spPr>
          <a:xfrm>
            <a:off x="623394" y="1772816"/>
            <a:ext cx="10772775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5" name="Google Shape;395;p49"/>
          <p:cNvSpPr txBox="1"/>
          <p:nvPr/>
        </p:nvSpPr>
        <p:spPr>
          <a:xfrm>
            <a:off x="5176313" y="6484425"/>
            <a:ext cx="66236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E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Fuente:</a:t>
            </a:r>
            <a:endParaRPr b="0" i="0" sz="1100" u="none" cap="none" strike="noStrike">
              <a:solidFill>
                <a:srgbClr val="C5D1D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6" name="Google Shape;396;p49"/>
          <p:cNvCxnSpPr/>
          <p:nvPr/>
        </p:nvCxnSpPr>
        <p:spPr>
          <a:xfrm>
            <a:off x="623392" y="1772816"/>
            <a:ext cx="10772775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0"/>
          <p:cNvSpPr txBox="1"/>
          <p:nvPr>
            <p:ph idx="10" type="dt"/>
          </p:nvPr>
        </p:nvSpPr>
        <p:spPr>
          <a:xfrm>
            <a:off x="2567608" y="6543223"/>
            <a:ext cx="825989" cy="256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50"/>
          <p:cNvSpPr txBox="1"/>
          <p:nvPr>
            <p:ph idx="11" type="ftr"/>
          </p:nvPr>
        </p:nvSpPr>
        <p:spPr>
          <a:xfrm>
            <a:off x="168982" y="6554697"/>
            <a:ext cx="2154900" cy="213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50"/>
          <p:cNvSpPr txBox="1"/>
          <p:nvPr>
            <p:ph idx="12" type="sldNum"/>
          </p:nvPr>
        </p:nvSpPr>
        <p:spPr>
          <a:xfrm>
            <a:off x="9265920" y="2780930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7.xml"/><Relationship Id="rId7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47.xml"/><Relationship Id="rId18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B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050" lIns="91050" spcFirstLastPara="1" rIns="91050" wrap="square" tIns="91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4"/>
              <a:buFont typeface="Arial"/>
              <a:buNone/>
            </a:pPr>
            <a:r>
              <a:t/>
            </a:r>
            <a:endParaRPr b="0" i="0" sz="13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16" y="6334316"/>
            <a:ext cx="121920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050" lIns="91050" spcFirstLastPara="1" rIns="91050" wrap="square" tIns="91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4"/>
              <a:buFont typeface="Arial"/>
              <a:buNone/>
            </a:pPr>
            <a:r>
              <a:t/>
            </a:r>
            <a:endParaRPr b="0" i="0" sz="13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1097280" y="1845734"/>
            <a:ext cx="100584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1097281" y="6459787"/>
            <a:ext cx="247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9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9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9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9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9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9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9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9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9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1" type="ftr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9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9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9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9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9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9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9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9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9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4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17" name="Google Shape;17;p1"/>
          <p:cNvCxnSpPr/>
          <p:nvPr/>
        </p:nvCxnSpPr>
        <p:spPr>
          <a:xfrm>
            <a:off x="1193532" y="1737845"/>
            <a:ext cx="99669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4"/>
          <p:cNvSpPr txBox="1"/>
          <p:nvPr>
            <p:ph type="title"/>
          </p:nvPr>
        </p:nvSpPr>
        <p:spPr>
          <a:xfrm>
            <a:off x="623395" y="499537"/>
            <a:ext cx="10806607" cy="1273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  <a:defRPr b="0" i="0" sz="3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9" name="Google Shape;289;p34"/>
          <p:cNvSpPr txBox="1"/>
          <p:nvPr>
            <p:ph idx="1" type="body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 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Arial"/>
              <a:buChar char=" "/>
              <a:defRPr b="0" i="1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Arial"/>
              <a:buChar char=" "/>
              <a:defRPr b="0" i="0" sz="13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Arial"/>
              <a:buChar char=" "/>
              <a:defRPr b="0" i="0" sz="13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Arial"/>
              <a:buChar char=" "/>
              <a:defRPr b="0" i="0" sz="13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Arial"/>
              <a:buChar char=" "/>
              <a:defRPr b="0" i="0" sz="13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Arial"/>
              <a:buChar char=" "/>
              <a:defRPr b="0" i="0" sz="13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Arial"/>
              <a:buChar char=" "/>
              <a:defRPr b="0" i="0" sz="13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34"/>
          <p:cNvSpPr txBox="1"/>
          <p:nvPr>
            <p:ph idx="12" type="sldNum"/>
          </p:nvPr>
        </p:nvSpPr>
        <p:spPr>
          <a:xfrm>
            <a:off x="9265920" y="2780930"/>
            <a:ext cx="2926080" cy="13970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25"/>
              <a:buFont typeface="Arial"/>
              <a:buNone/>
              <a:defRPr b="0" i="0" sz="7725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91" name="Google Shape;291;p34"/>
          <p:cNvSpPr txBox="1"/>
          <p:nvPr>
            <p:ph idx="10" type="dt"/>
          </p:nvPr>
        </p:nvSpPr>
        <p:spPr>
          <a:xfrm>
            <a:off x="2567608" y="6543223"/>
            <a:ext cx="825989" cy="256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34"/>
          <p:cNvSpPr txBox="1"/>
          <p:nvPr>
            <p:ph idx="11" type="ftr"/>
          </p:nvPr>
        </p:nvSpPr>
        <p:spPr>
          <a:xfrm>
            <a:off x="168982" y="6554697"/>
            <a:ext cx="2154900" cy="213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293" name="Google Shape;293;p34"/>
          <p:cNvCxnSpPr/>
          <p:nvPr/>
        </p:nvCxnSpPr>
        <p:spPr>
          <a:xfrm>
            <a:off x="623395" y="1772816"/>
            <a:ext cx="10772775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logoweb.jpg" id="294" name="Google Shape;294;p3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552385" y="5949280"/>
            <a:ext cx="2384643" cy="72629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ransition spd="med"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1"/>
          <p:cNvSpPr txBox="1"/>
          <p:nvPr>
            <p:ph type="title"/>
          </p:nvPr>
        </p:nvSpPr>
        <p:spPr>
          <a:xfrm>
            <a:off x="653977" y="4737548"/>
            <a:ext cx="107808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Calibri"/>
              <a:buNone/>
            </a:pPr>
            <a:r>
              <a:rPr lang="es-ES"/>
              <a:t>Ingeniería de Software I</a:t>
            </a:r>
            <a:endParaRPr/>
          </a:p>
        </p:txBody>
      </p:sp>
      <p:sp>
        <p:nvSpPr>
          <p:cNvPr id="409" name="Google Shape;409;p51"/>
          <p:cNvSpPr txBox="1"/>
          <p:nvPr>
            <p:ph idx="1" type="body"/>
          </p:nvPr>
        </p:nvSpPr>
        <p:spPr>
          <a:xfrm>
            <a:off x="653976" y="5487888"/>
            <a:ext cx="9229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ES"/>
              <a:t>2023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2"/>
          <p:cNvSpPr txBox="1"/>
          <p:nvPr>
            <p:ph type="title"/>
          </p:nvPr>
        </p:nvSpPr>
        <p:spPr>
          <a:xfrm>
            <a:off x="1066800" y="0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Calibri"/>
              <a:buNone/>
            </a:pPr>
            <a:r>
              <a:rPr lang="es-ES" sz="6600"/>
              <a:t>Técnicas de Especificación de Requerimientos</a:t>
            </a:r>
            <a:endParaRPr sz="6600"/>
          </a:p>
        </p:txBody>
      </p:sp>
      <p:sp>
        <p:nvSpPr>
          <p:cNvPr id="415" name="Google Shape;415;p52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ES" sz="5400"/>
              <a:t>Tablas de decisión</a:t>
            </a:r>
            <a:endParaRPr/>
          </a:p>
        </p:txBody>
      </p:sp>
      <p:sp>
        <p:nvSpPr>
          <p:cNvPr id="416" name="Google Shape;416;p52"/>
          <p:cNvSpPr txBox="1"/>
          <p:nvPr>
            <p:ph idx="11" type="ftr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 2023</a:t>
            </a:r>
            <a:endParaRPr/>
          </a:p>
        </p:txBody>
      </p:sp>
      <p:sp>
        <p:nvSpPr>
          <p:cNvPr id="417" name="Google Shape;417;p52"/>
          <p:cNvSpPr txBox="1"/>
          <p:nvPr>
            <p:ph idx="12" type="sldNum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pel reciclado" id="422" name="Google Shape;422;p53"/>
          <p:cNvPicPr preferRelativeResize="0"/>
          <p:nvPr/>
        </p:nvPicPr>
        <p:blipFill rotWithShape="1">
          <a:blip r:embed="rId3">
            <a:alphaModFix/>
          </a:blip>
          <a:srcRect b="6703" l="6010" r="5572" t="5569"/>
          <a:stretch/>
        </p:blipFill>
        <p:spPr>
          <a:xfrm>
            <a:off x="2495600" y="2419643"/>
            <a:ext cx="7084498" cy="3673654"/>
          </a:xfrm>
          <a:prstGeom prst="rect">
            <a:avLst/>
          </a:prstGeom>
          <a:solidFill>
            <a:srgbClr val="FF3F40"/>
          </a:solidFill>
          <a:ln>
            <a:noFill/>
          </a:ln>
        </p:spPr>
      </p:pic>
      <p:sp>
        <p:nvSpPr>
          <p:cNvPr id="423" name="Google Shape;423;p53"/>
          <p:cNvSpPr txBox="1"/>
          <p:nvPr>
            <p:ph type="title"/>
          </p:nvPr>
        </p:nvSpPr>
        <p:spPr>
          <a:xfrm>
            <a:off x="623396" y="499539"/>
            <a:ext cx="108066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s-ES"/>
              <a:t>Ingeniería de Requerimientos</a:t>
            </a:r>
            <a:endParaRPr/>
          </a:p>
        </p:txBody>
      </p:sp>
      <p:sp>
        <p:nvSpPr>
          <p:cNvPr id="424" name="Google Shape;424;p53"/>
          <p:cNvSpPr txBox="1"/>
          <p:nvPr>
            <p:ph idx="1" type="body"/>
          </p:nvPr>
        </p:nvSpPr>
        <p:spPr>
          <a:xfrm>
            <a:off x="407368" y="6542584"/>
            <a:ext cx="2520280" cy="3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88900" lvl="0" marL="6858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Char char="»"/>
            </a:pPr>
            <a:r>
              <a:rPr lang="es-ES" sz="1400"/>
              <a:t>Sommerville, Capítulo 7</a:t>
            </a:r>
            <a:endParaRPr sz="1400"/>
          </a:p>
        </p:txBody>
      </p:sp>
      <p:sp>
        <p:nvSpPr>
          <p:cNvPr id="425" name="Google Shape;425;p53"/>
          <p:cNvSpPr txBox="1"/>
          <p:nvPr>
            <p:ph idx="11" type="ftr"/>
          </p:nvPr>
        </p:nvSpPr>
        <p:spPr>
          <a:xfrm>
            <a:off x="6671735" y="6308730"/>
            <a:ext cx="4705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 2023</a:t>
            </a:r>
            <a:endParaRPr/>
          </a:p>
        </p:txBody>
      </p:sp>
      <p:sp>
        <p:nvSpPr>
          <p:cNvPr id="426" name="Google Shape;426;p53"/>
          <p:cNvSpPr txBox="1"/>
          <p:nvPr>
            <p:ph idx="12" type="sldNum"/>
          </p:nvPr>
        </p:nvSpPr>
        <p:spPr>
          <a:xfrm>
            <a:off x="9265921" y="2780930"/>
            <a:ext cx="2926200" cy="1397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25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427" name="Google Shape;427;p53"/>
          <p:cNvSpPr/>
          <p:nvPr/>
        </p:nvSpPr>
        <p:spPr>
          <a:xfrm>
            <a:off x="5809637" y="2397944"/>
            <a:ext cx="2304256" cy="1440160"/>
          </a:xfrm>
          <a:prstGeom prst="ellipse">
            <a:avLst/>
          </a:prstGeom>
          <a:noFill/>
          <a:ln cap="flat" cmpd="sng" w="63500">
            <a:solidFill>
              <a:srgbClr val="8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4"/>
          <p:cNvSpPr txBox="1"/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s-ES"/>
              <a:t>Técnicas de Especificación de Requerimientos Dinámicas</a:t>
            </a:r>
            <a:endParaRPr/>
          </a:p>
        </p:txBody>
      </p:sp>
      <p:sp>
        <p:nvSpPr>
          <p:cNvPr id="433" name="Google Shape;433;p54"/>
          <p:cNvSpPr txBox="1"/>
          <p:nvPr>
            <p:ph idx="11" type="ftr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 2023</a:t>
            </a:r>
            <a:endParaRPr/>
          </a:p>
        </p:txBody>
      </p:sp>
      <p:sp>
        <p:nvSpPr>
          <p:cNvPr id="434" name="Google Shape;434;p54"/>
          <p:cNvSpPr txBox="1"/>
          <p:nvPr>
            <p:ph idx="12" type="sldNum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435" name="Google Shape;435;p54"/>
          <p:cNvSpPr txBox="1"/>
          <p:nvPr>
            <p:ph idx="4294967295" type="body"/>
          </p:nvPr>
        </p:nvSpPr>
        <p:spPr>
          <a:xfrm>
            <a:off x="1153959" y="2087233"/>
            <a:ext cx="10058400" cy="4022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60"/>
              <a:buFont typeface="Noto Sans Symbols"/>
              <a:buChar char="❑"/>
            </a:pPr>
            <a:r>
              <a:rPr lang="es-ES" sz="2400"/>
              <a:t>Tablas de Decisión </a:t>
            </a:r>
            <a:endParaRPr sz="2400"/>
          </a:p>
          <a:p>
            <a:pPr indent="-257175" lvl="1" marL="260604" rtl="0" algn="just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600"/>
              <a:buChar char=" "/>
            </a:pPr>
            <a:r>
              <a:rPr lang="es-ES" sz="2400"/>
              <a:t>Es una herramienta que permite presentar de forma concisa las reglas lógicas que hay que utilizar para decidir acciones a ejecutar en función de las condiciones y la lógica de decisión de un problema específico.</a:t>
            </a:r>
            <a:endParaRPr sz="2400"/>
          </a:p>
          <a:p>
            <a:pPr indent="-457200" lvl="0" marL="457200" rtl="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Clr>
                <a:schemeClr val="accent2"/>
              </a:buClr>
              <a:buSzPts val="2160"/>
              <a:buFont typeface="Noto Sans Symbols"/>
              <a:buChar char="❑"/>
            </a:pPr>
            <a:r>
              <a:rPr lang="es-ES" sz="2400"/>
              <a:t>Describe el sistema como un conjunto de:</a:t>
            </a:r>
            <a:endParaRPr sz="2400"/>
          </a:p>
          <a:p>
            <a:pPr indent="-257175" lvl="1" marL="260604" rtl="0" algn="just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600"/>
              <a:buChar char=" "/>
            </a:pPr>
            <a:r>
              <a:rPr lang="es-ES" sz="2400"/>
              <a:t>Posibles CONDICIONES satisfechas por el sistema en un momento dado</a:t>
            </a:r>
            <a:endParaRPr sz="2400"/>
          </a:p>
          <a:p>
            <a:pPr indent="-257175" lvl="1" marL="260604" rtl="0" algn="just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600"/>
              <a:buChar char=" "/>
            </a:pPr>
            <a:r>
              <a:rPr lang="es-ES" sz="2400"/>
              <a:t>REGLAS para reaccionar ante los estímulos que ocurren cuando se reúnen determinados conjuntos de condiciones y </a:t>
            </a:r>
            <a:endParaRPr sz="2400"/>
          </a:p>
          <a:p>
            <a:pPr indent="-257175" lvl="1" marL="260604" rtl="0" algn="just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600"/>
              <a:buChar char=" "/>
            </a:pPr>
            <a:r>
              <a:rPr lang="es-ES" sz="2400"/>
              <a:t>ACCIONES a ser tomadas como un resultado.</a:t>
            </a:r>
            <a:endParaRPr sz="24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5"/>
          <p:cNvSpPr txBox="1"/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s-ES"/>
              <a:t>Técnicas de Especificación de Requerimientos Dinámicas</a:t>
            </a:r>
            <a:endParaRPr/>
          </a:p>
        </p:txBody>
      </p:sp>
      <p:sp>
        <p:nvSpPr>
          <p:cNvPr id="441" name="Google Shape;441;p55"/>
          <p:cNvSpPr txBox="1"/>
          <p:nvPr>
            <p:ph idx="11" type="ftr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 2023</a:t>
            </a:r>
            <a:endParaRPr/>
          </a:p>
        </p:txBody>
      </p:sp>
      <p:sp>
        <p:nvSpPr>
          <p:cNvPr id="442" name="Google Shape;442;p55"/>
          <p:cNvSpPr txBox="1"/>
          <p:nvPr>
            <p:ph idx="12" type="sldNum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443" name="Google Shape;443;p55"/>
          <p:cNvSpPr txBox="1"/>
          <p:nvPr>
            <p:ph idx="4294967295" type="body"/>
          </p:nvPr>
        </p:nvSpPr>
        <p:spPr>
          <a:xfrm>
            <a:off x="1153959" y="1974073"/>
            <a:ext cx="10058400" cy="4022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7175" lvl="1" marL="260604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3600"/>
              <a:buChar char=" "/>
            </a:pPr>
            <a:r>
              <a:rPr lang="es-ES" sz="2800"/>
              <a:t>Construiremos las tablas con:</a:t>
            </a:r>
            <a:endParaRPr sz="2800"/>
          </a:p>
          <a:p>
            <a:pPr indent="-411480" lvl="2" marL="411480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3200"/>
              <a:buChar char=" "/>
            </a:pPr>
            <a:r>
              <a:rPr lang="es-ES" sz="2800"/>
              <a:t>condiciones simples y acciones simples</a:t>
            </a:r>
            <a:endParaRPr sz="2800"/>
          </a:p>
          <a:p>
            <a:pPr indent="-411480" lvl="2" marL="411480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3200"/>
              <a:buChar char=" "/>
            </a:pPr>
            <a:r>
              <a:rPr lang="es-ES" sz="2800"/>
              <a:t>Las condiciones toman sólo valores Verdadero o Falso</a:t>
            </a:r>
            <a:endParaRPr sz="2800"/>
          </a:p>
          <a:p>
            <a:pPr indent="-411480" lvl="2" marL="411480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3200"/>
              <a:buChar char=" "/>
            </a:pPr>
            <a:r>
              <a:rPr lang="es-ES" sz="2800"/>
              <a:t>Hay 2</a:t>
            </a:r>
            <a:r>
              <a:rPr baseline="30000" lang="es-ES" sz="2800"/>
              <a:t>N</a:t>
            </a:r>
            <a:r>
              <a:rPr lang="es-ES" sz="2800"/>
              <a:t> Reglas donde N es la cantidad de condiciones</a:t>
            </a:r>
            <a:endParaRPr sz="2800"/>
          </a:p>
        </p:txBody>
      </p:sp>
      <p:graphicFrame>
        <p:nvGraphicFramePr>
          <p:cNvPr id="444" name="Google Shape;444;p55"/>
          <p:cNvGraphicFramePr/>
          <p:nvPr/>
        </p:nvGraphicFramePr>
        <p:xfrm>
          <a:off x="7229203" y="434465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{9137861F-600F-48DC-87CA-C3F94E254CD6}</a:tableStyleId>
              </a:tblPr>
              <a:tblGrid>
                <a:gridCol w="980125"/>
                <a:gridCol w="702500"/>
                <a:gridCol w="713125"/>
                <a:gridCol w="929825"/>
              </a:tblGrid>
              <a:tr h="230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/>
                        <a:t>REGLA1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/>
                        <a:t>REGLA2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/>
                        <a:t>………….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30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/>
                        <a:t>COND1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30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/>
                        <a:t>COND2	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30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/>
                        <a:t>………..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30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/>
                        <a:t>ACCION1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30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/>
                        <a:t>ACCION2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30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/>
                        <a:t>………..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6"/>
          <p:cNvSpPr txBox="1"/>
          <p:nvPr>
            <p:ph type="title"/>
          </p:nvPr>
        </p:nvSpPr>
        <p:spPr>
          <a:xfrm>
            <a:off x="1097281" y="520701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libri"/>
              <a:buNone/>
            </a:pPr>
            <a:r>
              <a:rPr lang="es-ES"/>
              <a:t>Tablas de Decisión </a:t>
            </a:r>
            <a:br>
              <a:rPr lang="es-ES" sz="5400"/>
            </a:br>
            <a:endParaRPr sz="5400"/>
          </a:p>
        </p:txBody>
      </p:sp>
      <p:sp>
        <p:nvSpPr>
          <p:cNvPr id="450" name="Google Shape;450;p56"/>
          <p:cNvSpPr txBox="1"/>
          <p:nvPr>
            <p:ph idx="11" type="ftr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 2023</a:t>
            </a:r>
            <a:endParaRPr/>
          </a:p>
        </p:txBody>
      </p:sp>
      <p:sp>
        <p:nvSpPr>
          <p:cNvPr id="451" name="Google Shape;451;p56"/>
          <p:cNvSpPr txBox="1"/>
          <p:nvPr>
            <p:ph idx="12" type="sldNum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452" name="Google Shape;452;p56"/>
          <p:cNvSpPr txBox="1"/>
          <p:nvPr>
            <p:ph idx="4294967295" type="body"/>
          </p:nvPr>
        </p:nvSpPr>
        <p:spPr>
          <a:xfrm>
            <a:off x="1319213" y="1814732"/>
            <a:ext cx="10483581" cy="41990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Noto Sans Symbols"/>
              <a:buChar char="❑"/>
            </a:pPr>
            <a:r>
              <a:rPr lang="es-ES" sz="2800"/>
              <a:t>¿Cómo se llena la tabla?</a:t>
            </a:r>
            <a:endParaRPr sz="2800"/>
          </a:p>
          <a:p>
            <a:pPr indent="0" lvl="1" marL="411480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3600"/>
              <a:buNone/>
            </a:pPr>
            <a:r>
              <a:rPr lang="es-ES" sz="2800"/>
              <a:t>A partir de un enunciado se debe:</a:t>
            </a:r>
            <a:endParaRPr sz="2800"/>
          </a:p>
          <a:p>
            <a:pPr indent="-457200" lvl="1" marL="868680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alibri"/>
              <a:buAutoNum type="arabicPeriod"/>
            </a:pPr>
            <a:r>
              <a:rPr lang="es-ES" sz="2800"/>
              <a:t>Identificar las condiciones y las acciones.</a:t>
            </a:r>
            <a:endParaRPr sz="2800"/>
          </a:p>
          <a:p>
            <a:pPr indent="-457200" lvl="1" marL="868680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alibri"/>
              <a:buAutoNum type="arabicPeriod"/>
            </a:pPr>
            <a:r>
              <a:rPr lang="es-ES" sz="2800"/>
              <a:t>Completar la tabla teniendo en cuenta:</a:t>
            </a:r>
            <a:endParaRPr sz="2800"/>
          </a:p>
          <a:p>
            <a:pPr indent="-457200" lvl="2" marL="1234440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AutoNum type="alphaLcParenR"/>
            </a:pPr>
            <a:r>
              <a:rPr lang="es-ES" sz="2800"/>
              <a:t>Si hay condiciones que son opuestas, debe colocarse una de ellas porque por la negativa se “obtendrá” la otra. (Si son n condiciones excluyentes, colocar n-1 en la tabla).</a:t>
            </a:r>
            <a:endParaRPr sz="2800"/>
          </a:p>
          <a:p>
            <a:pPr indent="-457200" lvl="2" marL="1234440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AutoNum type="alphaLcParenR"/>
            </a:pPr>
            <a:r>
              <a:rPr lang="es-ES" sz="2800"/>
              <a:t>Las condiciones deben ser atómicas.</a:t>
            </a:r>
            <a:endParaRPr sz="2800"/>
          </a:p>
          <a:p>
            <a:pPr indent="-457200" lvl="1" marL="868680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alibri"/>
              <a:buAutoNum type="arabicPeriod"/>
            </a:pPr>
            <a:r>
              <a:rPr lang="es-ES" sz="2800"/>
              <a:t>Se construyen las reglas</a:t>
            </a:r>
            <a:endParaRPr sz="2800"/>
          </a:p>
          <a:p>
            <a:pPr indent="-155575" lvl="1" marL="260604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</a:pPr>
            <a:r>
              <a:t/>
            </a:r>
            <a:endParaRPr sz="2800"/>
          </a:p>
          <a:p>
            <a:pPr indent="0" lvl="0" marL="68580" rtl="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7"/>
          <p:cNvSpPr txBox="1"/>
          <p:nvPr>
            <p:ph idx="11" type="ftr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 2023</a:t>
            </a:r>
            <a:endParaRPr/>
          </a:p>
        </p:txBody>
      </p:sp>
      <p:sp>
        <p:nvSpPr>
          <p:cNvPr id="458" name="Google Shape;458;p57"/>
          <p:cNvSpPr txBox="1"/>
          <p:nvPr>
            <p:ph idx="12" type="sldNum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459" name="Google Shape;459;p57"/>
          <p:cNvSpPr txBox="1"/>
          <p:nvPr>
            <p:ph idx="4294967295" type="body"/>
          </p:nvPr>
        </p:nvSpPr>
        <p:spPr>
          <a:xfrm>
            <a:off x="845956" y="1804878"/>
            <a:ext cx="96489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7175" lvl="1" marL="260604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3200"/>
              <a:buChar char=" "/>
            </a:pPr>
            <a:r>
              <a:rPr lang="es-ES" sz="2800"/>
              <a:t>Modelizar el problema de remisión de mercadería con las siguientes consideraciones:</a:t>
            </a:r>
            <a:endParaRPr sz="2800"/>
          </a:p>
          <a:p>
            <a:pPr indent="-53975" lvl="1" marL="260604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3200"/>
              <a:buNone/>
            </a:pPr>
            <a:r>
              <a:t/>
            </a:r>
            <a:endParaRPr sz="2800"/>
          </a:p>
          <a:p>
            <a:pPr indent="-411480" lvl="2" marL="411480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Char char=" "/>
            </a:pPr>
            <a:r>
              <a:rPr lang="es-ES" sz="2800"/>
              <a:t>Si el comprador no es cliente se imprime un mensaje de aviso y no se remite.</a:t>
            </a:r>
            <a:endParaRPr sz="2800"/>
          </a:p>
          <a:p>
            <a:pPr indent="-411480" lvl="2" marL="411480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Char char=" "/>
            </a:pPr>
            <a:r>
              <a:rPr lang="es-ES" sz="2800"/>
              <a:t>Si no hay stock y el comprador es cliente no se remite.</a:t>
            </a:r>
            <a:endParaRPr sz="2800"/>
          </a:p>
          <a:p>
            <a:pPr indent="-411480" lvl="2" marL="411480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Char char=" "/>
            </a:pPr>
            <a:r>
              <a:rPr lang="es-ES" sz="2800"/>
              <a:t>Si hay stock y el comprador es cliente se remite</a:t>
            </a:r>
            <a:endParaRPr sz="2800"/>
          </a:p>
        </p:txBody>
      </p:sp>
      <p:sp>
        <p:nvSpPr>
          <p:cNvPr id="460" name="Google Shape;460;p57"/>
          <p:cNvSpPr txBox="1"/>
          <p:nvPr/>
        </p:nvSpPr>
        <p:spPr>
          <a:xfrm>
            <a:off x="1097281" y="680873"/>
            <a:ext cx="1032401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0000"/>
              </a:buClr>
              <a:buSzPts val="4000"/>
              <a:buFont typeface="Calibri"/>
              <a:buNone/>
            </a:pPr>
            <a:r>
              <a:rPr b="0" i="0" lang="es-ES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Tablas de Decisión </a:t>
            </a:r>
            <a:br>
              <a:rPr b="0" i="0" lang="es-ES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48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57"/>
          <p:cNvSpPr/>
          <p:nvPr/>
        </p:nvSpPr>
        <p:spPr>
          <a:xfrm>
            <a:off x="909256" y="3094933"/>
            <a:ext cx="9522300" cy="1891800"/>
          </a:xfrm>
          <a:prstGeom prst="rect">
            <a:avLst/>
          </a:prstGeom>
          <a:noFill/>
          <a:ln cap="flat" cmpd="sng" w="28575">
            <a:solidFill>
              <a:srgbClr val="8C0000">
                <a:alpha val="9803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0" dist="0" endA="300" endPos="35000" kx="0" rotWithShape="0" algn="bl" stA="52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8"/>
          <p:cNvSpPr txBox="1"/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900000"/>
              </a:buClr>
              <a:buSzPts val="4000"/>
              <a:buFont typeface="Calibri"/>
              <a:buNone/>
            </a:pPr>
            <a:r>
              <a:rPr lang="es-ES" sz="4800">
                <a:solidFill>
                  <a:srgbClr val="3F3F3F"/>
                </a:solidFill>
              </a:rPr>
              <a:t>Tablas de Decisión </a:t>
            </a:r>
            <a:br>
              <a:rPr b="0" i="0" lang="es-ES" sz="4000" u="none" cap="none" strike="noStrike">
                <a:solidFill>
                  <a:srgbClr val="9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4000" u="none" cap="none" strike="noStrike">
              <a:solidFill>
                <a:srgbClr val="9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58"/>
          <p:cNvSpPr txBox="1"/>
          <p:nvPr>
            <p:ph idx="4294967295" type="body"/>
          </p:nvPr>
        </p:nvSpPr>
        <p:spPr>
          <a:xfrm>
            <a:off x="1097280" y="1937434"/>
            <a:ext cx="10656887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2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AutoNum type="arabicPeriod"/>
            </a:pPr>
            <a:r>
              <a:rPr b="1" i="0" lang="es-ES" sz="2800"/>
              <a:t>Identificar las condiciones y las acciones.</a:t>
            </a:r>
            <a:endParaRPr/>
          </a:p>
          <a:p>
            <a:pPr indent="-411480" lvl="2" marL="411480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t/>
            </a:r>
            <a:endParaRPr sz="2400"/>
          </a:p>
        </p:txBody>
      </p:sp>
      <p:graphicFrame>
        <p:nvGraphicFramePr>
          <p:cNvPr id="468" name="Google Shape;468;p58"/>
          <p:cNvGraphicFramePr/>
          <p:nvPr/>
        </p:nvGraphicFramePr>
        <p:xfrm>
          <a:off x="4066986" y="36387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{6459D033-AA8D-4290-9ED4-D976B6A1E751}</a:tableStyleId>
              </a:tblPr>
              <a:tblGrid>
                <a:gridCol w="3240100"/>
              </a:tblGrid>
              <a:tr h="293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1" i="0" lang="es-ES" sz="2400" u="none" cap="none" strike="noStrike">
                          <a:solidFill>
                            <a:srgbClr val="3135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 cliente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1" i="0" lang="es-ES" sz="2400" u="none" cap="none" strike="noStrike">
                          <a:solidFill>
                            <a:srgbClr val="3135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Hay stock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9" name="Google Shape;469;p58"/>
          <p:cNvSpPr/>
          <p:nvPr/>
        </p:nvSpPr>
        <p:spPr>
          <a:xfrm>
            <a:off x="3583930" y="3437604"/>
            <a:ext cx="638794" cy="1225549"/>
          </a:xfrm>
          <a:prstGeom prst="leftBrace">
            <a:avLst>
              <a:gd fmla="val 20864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135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0" name="Google Shape;470;p58"/>
          <p:cNvSpPr/>
          <p:nvPr/>
        </p:nvSpPr>
        <p:spPr>
          <a:xfrm>
            <a:off x="3583930" y="4794326"/>
            <a:ext cx="483056" cy="1297248"/>
          </a:xfrm>
          <a:prstGeom prst="leftBrace">
            <a:avLst>
              <a:gd fmla="val 29236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1" name="Google Shape;471;p58"/>
          <p:cNvSpPr txBox="1"/>
          <p:nvPr/>
        </p:nvSpPr>
        <p:spPr>
          <a:xfrm>
            <a:off x="1340069" y="3836262"/>
            <a:ext cx="254326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ES" sz="2800" u="none" cap="none" strike="noStrike">
                <a:solidFill>
                  <a:srgbClr val="313543"/>
                </a:solidFill>
                <a:latin typeface="Calibri"/>
                <a:ea typeface="Calibri"/>
                <a:cs typeface="Calibri"/>
                <a:sym typeface="Calibri"/>
              </a:rPr>
              <a:t>Condiciones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58"/>
          <p:cNvSpPr txBox="1"/>
          <p:nvPr/>
        </p:nvSpPr>
        <p:spPr>
          <a:xfrm>
            <a:off x="1340069" y="4919730"/>
            <a:ext cx="240752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ES" sz="2800" u="none" cap="none" strike="noStrike">
                <a:solidFill>
                  <a:srgbClr val="313543"/>
                </a:solidFill>
                <a:latin typeface="Calibri"/>
                <a:ea typeface="Calibri"/>
                <a:cs typeface="Calibri"/>
                <a:sym typeface="Calibri"/>
              </a:rPr>
              <a:t>Acciones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3" name="Google Shape;473;p58"/>
          <p:cNvGraphicFramePr/>
          <p:nvPr/>
        </p:nvGraphicFramePr>
        <p:xfrm>
          <a:off x="4066985" y="46985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{6459D033-AA8D-4290-9ED4-D976B6A1E751}</a:tableStyleId>
              </a:tblPr>
              <a:tblGrid>
                <a:gridCol w="3468925"/>
              </a:tblGrid>
              <a:tr h="360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1" i="0" lang="es-ES" sz="2400" u="none" cap="none" strike="noStrike">
                          <a:solidFill>
                            <a:srgbClr val="3135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Imprime mensaje de aviso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1" i="0" lang="es-ES" sz="2400" u="none" cap="none" strike="noStrike">
                          <a:solidFill>
                            <a:srgbClr val="3135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 remite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1" i="0" lang="es-ES" sz="2400" u="none" cap="none" strike="noStrike">
                          <a:solidFill>
                            <a:srgbClr val="3135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se remite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74" name="Google Shape;474;p58"/>
          <p:cNvGraphicFramePr/>
          <p:nvPr/>
        </p:nvGraphicFramePr>
        <p:xfrm>
          <a:off x="7563161" y="36263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{6459D033-AA8D-4290-9ED4-D976B6A1E751}</a:tableStyleId>
              </a:tblPr>
              <a:tblGrid>
                <a:gridCol w="360350"/>
                <a:gridCol w="358775"/>
                <a:gridCol w="361950"/>
                <a:gridCol w="358775"/>
              </a:tblGrid>
              <a:tr h="293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0" i="0" lang="es-ES" sz="24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0" i="0" lang="es-ES" sz="24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0" i="0" lang="es-ES" sz="24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0" i="0" lang="es-ES" sz="24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0" i="0" lang="es-ES" sz="24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0" i="0" lang="es-ES" sz="24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0" i="0" lang="es-ES" sz="24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0" i="0" lang="es-ES" sz="24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5" name="Google Shape;475;p58"/>
          <p:cNvSpPr txBox="1"/>
          <p:nvPr/>
        </p:nvSpPr>
        <p:spPr>
          <a:xfrm>
            <a:off x="7746759" y="3222177"/>
            <a:ext cx="9689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Reglas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76" name="Google Shape;476;p58"/>
          <p:cNvGraphicFramePr/>
          <p:nvPr/>
        </p:nvGraphicFramePr>
        <p:xfrm>
          <a:off x="7604261" y="46985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{6459D033-AA8D-4290-9ED4-D976B6A1E751}</a:tableStyleId>
              </a:tblPr>
              <a:tblGrid>
                <a:gridCol w="360350"/>
                <a:gridCol w="358775"/>
                <a:gridCol w="361950"/>
                <a:gridCol w="358775"/>
              </a:tblGrid>
              <a:tr h="360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0" i="0" lang="es-ES" sz="24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0" i="0" lang="es-ES" sz="24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0" i="0" lang="es-ES" sz="24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0" i="0" lang="es-ES" sz="24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0" i="0" lang="es-ES" sz="24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0" i="0" lang="es-ES" sz="24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7" name="Google Shape;477;p58"/>
          <p:cNvSpPr/>
          <p:nvPr/>
        </p:nvSpPr>
        <p:spPr>
          <a:xfrm>
            <a:off x="3583931" y="788273"/>
            <a:ext cx="8608070" cy="2386605"/>
          </a:xfrm>
          <a:prstGeom prst="rect">
            <a:avLst/>
          </a:prstGeom>
          <a:solidFill>
            <a:srgbClr val="FF9999"/>
          </a:solidFill>
          <a:ln cap="flat" cmpd="sng" w="12700">
            <a:solidFill>
              <a:srgbClr val="8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el comprador no es cliente se imprime un mensaje de aviso y no se remite.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no hay stock y el comprador es cliente no se remite.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hay stock y el comprador es cliente se remite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58"/>
          <p:cNvSpPr/>
          <p:nvPr/>
        </p:nvSpPr>
        <p:spPr>
          <a:xfrm>
            <a:off x="8904865" y="2739407"/>
            <a:ext cx="2117835" cy="1301414"/>
          </a:xfrm>
          <a:prstGeom prst="roundRect">
            <a:avLst>
              <a:gd fmla="val 16667" name="adj"/>
            </a:avLst>
          </a:prstGeom>
          <a:solidFill>
            <a:srgbClr val="BBCFB9"/>
          </a:solidFill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baseline="30000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Reglas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58"/>
          <p:cNvSpPr txBox="1"/>
          <p:nvPr>
            <p:ph idx="11" type="ftr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 2023</a:t>
            </a:r>
            <a:endParaRPr/>
          </a:p>
        </p:txBody>
      </p:sp>
      <p:sp>
        <p:nvSpPr>
          <p:cNvPr id="480" name="Google Shape;480;p58"/>
          <p:cNvSpPr txBox="1"/>
          <p:nvPr>
            <p:ph idx="12" type="sldNum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9"/>
          <p:cNvSpPr txBox="1"/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900000"/>
              </a:buClr>
              <a:buSzPts val="4000"/>
              <a:buFont typeface="Calibri"/>
              <a:buNone/>
            </a:pPr>
            <a:r>
              <a:rPr lang="es-ES" sz="4800">
                <a:solidFill>
                  <a:srgbClr val="3F3F3F"/>
                </a:solidFill>
              </a:rPr>
              <a:t>Tablas de Decisión </a:t>
            </a:r>
            <a:br>
              <a:rPr b="0" i="0" lang="es-ES" sz="4000" u="none" cap="none" strike="noStrike">
                <a:solidFill>
                  <a:srgbClr val="9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4000" u="none" cap="none" strike="noStrike">
              <a:solidFill>
                <a:srgbClr val="9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59"/>
          <p:cNvSpPr txBox="1"/>
          <p:nvPr>
            <p:ph idx="4294967295" type="body"/>
          </p:nvPr>
        </p:nvSpPr>
        <p:spPr>
          <a:xfrm>
            <a:off x="1097275" y="1936475"/>
            <a:ext cx="8928000" cy="41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7175" lvl="1" marL="260604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r>
              <a:rPr b="1" lang="es-ES" sz="2800"/>
              <a:t>Especificaciones completas</a:t>
            </a:r>
            <a:endParaRPr sz="2800"/>
          </a:p>
          <a:p>
            <a:pPr indent="-411480" lvl="2" marL="411480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r>
              <a:rPr lang="es-ES" sz="2800"/>
              <a:t>Aquellas que determinan acciones (una o varias) para todas las reglas posibles.</a:t>
            </a:r>
            <a:endParaRPr sz="2800"/>
          </a:p>
          <a:p>
            <a:pPr indent="-257175" lvl="1" marL="260604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r>
              <a:rPr b="1" lang="es-ES" sz="2800"/>
              <a:t>Especificaciones redundantes</a:t>
            </a:r>
            <a:endParaRPr sz="2800"/>
          </a:p>
          <a:p>
            <a:pPr indent="-411480" lvl="2" marL="411480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r>
              <a:rPr lang="es-ES" sz="2800"/>
              <a:t>Aquellas que marcan para reglas que determinan las mismas condiciones acciones iguales.     </a:t>
            </a:r>
            <a:endParaRPr sz="2800"/>
          </a:p>
          <a:p>
            <a:pPr indent="-257175" lvl="1" marL="260604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r>
              <a:rPr b="1" lang="es-ES" sz="2800"/>
              <a:t>Especificaciones contradictorias</a:t>
            </a:r>
            <a:endParaRPr sz="2800"/>
          </a:p>
          <a:p>
            <a:pPr indent="-411480" lvl="2" marL="411480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r>
              <a:rPr lang="es-ES" sz="2800"/>
              <a:t>Aquellas que especifican para reglas que determinan las mismas condiciones acciones distintas.</a:t>
            </a:r>
            <a:endParaRPr sz="2800"/>
          </a:p>
          <a:p>
            <a:pPr indent="-411480" lvl="2" marL="411480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r>
              <a:t/>
            </a:r>
            <a:endParaRPr sz="2800"/>
          </a:p>
        </p:txBody>
      </p:sp>
      <p:graphicFrame>
        <p:nvGraphicFramePr>
          <p:cNvPr id="487" name="Google Shape;487;p59"/>
          <p:cNvGraphicFramePr/>
          <p:nvPr/>
        </p:nvGraphicFramePr>
        <p:xfrm>
          <a:off x="9259641" y="21757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{6459D033-AA8D-4290-9ED4-D976B6A1E751}</a:tableStyleId>
              </a:tblPr>
              <a:tblGrid>
                <a:gridCol w="382900"/>
                <a:gridCol w="382900"/>
                <a:gridCol w="382900"/>
                <a:gridCol w="382900"/>
              </a:tblGrid>
              <a:tr h="483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0" i="0" lang="es-ES" sz="24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0" i="0" lang="es-ES" sz="24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83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0" i="0" lang="es-ES" sz="24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83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0" i="0" lang="es-ES" sz="24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0" i="0" lang="es-ES" sz="24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0" i="0" lang="es-ES" sz="24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8" name="Google Shape;488;p59"/>
          <p:cNvGraphicFramePr/>
          <p:nvPr/>
        </p:nvGraphicFramePr>
        <p:xfrm>
          <a:off x="6749216" y="10220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{6459D033-AA8D-4290-9ED4-D976B6A1E751}</a:tableStyleId>
              </a:tblPr>
              <a:tblGrid>
                <a:gridCol w="3421625"/>
              </a:tblGrid>
              <a:tr h="293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1" i="0" lang="es-ES" sz="2400" u="none" cap="none" strike="noStrike">
                          <a:solidFill>
                            <a:srgbClr val="3135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 cliente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1" i="0" lang="es-ES" sz="2400" u="none" cap="none" strike="noStrike">
                          <a:solidFill>
                            <a:srgbClr val="3135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Hay stock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89" name="Google Shape;489;p59"/>
          <p:cNvGraphicFramePr/>
          <p:nvPr/>
        </p:nvGraphicFramePr>
        <p:xfrm>
          <a:off x="8119165" y="3626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{6459D033-AA8D-4290-9ED4-D976B6A1E751}</a:tableStyleId>
              </a:tblPr>
              <a:tblGrid>
                <a:gridCol w="3468925"/>
              </a:tblGrid>
              <a:tr h="360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1" i="0" lang="es-ES" sz="2400" u="none" cap="none" strike="noStrike">
                          <a:solidFill>
                            <a:srgbClr val="3135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Imprime mensaje de aviso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4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1" i="0" lang="es-ES" sz="2400" u="none" cap="none" strike="noStrike">
                          <a:solidFill>
                            <a:srgbClr val="3135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 remite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1" i="0" lang="es-ES" sz="2400" u="none" cap="none" strike="noStrike">
                          <a:solidFill>
                            <a:srgbClr val="3135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se remite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0" name="Google Shape;490;p59"/>
          <p:cNvGraphicFramePr/>
          <p:nvPr/>
        </p:nvGraphicFramePr>
        <p:xfrm>
          <a:off x="10170862" y="10220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{6459D033-AA8D-4290-9ED4-D976B6A1E751}</a:tableStyleId>
              </a:tblPr>
              <a:tblGrid>
                <a:gridCol w="360350"/>
                <a:gridCol w="358775"/>
                <a:gridCol w="361950"/>
                <a:gridCol w="358775"/>
              </a:tblGrid>
              <a:tr h="293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0" i="0" lang="es-ES" sz="24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0" i="0" lang="es-ES" sz="24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0" i="0" lang="es-ES" sz="24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0" i="0" lang="es-ES" sz="24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0" i="0" lang="es-ES" sz="24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0" i="0" lang="es-ES" sz="24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0" i="0" lang="es-ES" sz="24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40"/>
                        <a:buFont typeface="Noto Sans Symbols"/>
                        <a:buNone/>
                      </a:pPr>
                      <a:r>
                        <a:rPr b="0" i="0" lang="es-ES" sz="24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91" name="Google Shape;491;p59"/>
          <p:cNvSpPr txBox="1"/>
          <p:nvPr>
            <p:ph idx="11" type="ftr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 2023</a:t>
            </a:r>
            <a:endParaRPr/>
          </a:p>
        </p:txBody>
      </p:sp>
      <p:sp>
        <p:nvSpPr>
          <p:cNvPr id="492" name="Google Shape;492;p59"/>
          <p:cNvSpPr txBox="1"/>
          <p:nvPr>
            <p:ph idx="12" type="sldNum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0"/>
          <p:cNvSpPr txBox="1"/>
          <p:nvPr>
            <p:ph idx="11" type="ftr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>
                <a:solidFill>
                  <a:srgbClr val="BFBFBF"/>
                </a:solidFill>
              </a:rPr>
              <a:t>Ingeniería de Software I  2023</a:t>
            </a:r>
            <a:endParaRPr>
              <a:solidFill>
                <a:srgbClr val="BFBFBF"/>
              </a:solidFill>
            </a:endParaRPr>
          </a:p>
        </p:txBody>
      </p:sp>
      <p:sp>
        <p:nvSpPr>
          <p:cNvPr id="498" name="Google Shape;498;p60"/>
          <p:cNvSpPr txBox="1"/>
          <p:nvPr>
            <p:ph idx="12" type="sldNum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499" name="Google Shape;499;p60"/>
          <p:cNvSpPr txBox="1"/>
          <p:nvPr>
            <p:ph idx="4294967295" type="body"/>
          </p:nvPr>
        </p:nvSpPr>
        <p:spPr>
          <a:xfrm>
            <a:off x="1266458" y="1905886"/>
            <a:ext cx="10058400" cy="4022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7175" lvl="1" marL="260604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rPr lang="es-ES"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Redundancia y Contradicción</a:t>
            </a:r>
            <a:endParaRPr sz="2800"/>
          </a:p>
        </p:txBody>
      </p:sp>
      <p:graphicFrame>
        <p:nvGraphicFramePr>
          <p:cNvPr id="500" name="Google Shape;500;p60"/>
          <p:cNvGraphicFramePr/>
          <p:nvPr/>
        </p:nvGraphicFramePr>
        <p:xfrm>
          <a:off x="6648868" y="25649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{6459D033-AA8D-4290-9ED4-D976B6A1E751}</a:tableStyleId>
              </a:tblPr>
              <a:tblGrid>
                <a:gridCol w="528650"/>
                <a:gridCol w="406400"/>
                <a:gridCol w="360350"/>
                <a:gridCol w="215900"/>
                <a:gridCol w="288925"/>
                <a:gridCol w="503250"/>
                <a:gridCol w="504825"/>
                <a:gridCol w="719125"/>
              </a:tblGrid>
              <a:tr h="384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1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Reglas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672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1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C1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FC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FCA9"/>
                    </a:solidFill>
                  </a:tcPr>
                </a:tc>
              </a:tr>
              <a:tr h="442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1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C2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FC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FCA9"/>
                    </a:solidFill>
                  </a:tcPr>
                </a:tc>
              </a:tr>
              <a:tr h="442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1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C3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FC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FCA9"/>
                    </a:solidFill>
                  </a:tcPr>
                </a:tc>
              </a:tr>
              <a:tr h="384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1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A1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FC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FCA9"/>
                    </a:solidFill>
                  </a:tcPr>
                </a:tc>
              </a:tr>
              <a:tr h="384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1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A2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FC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FCA9"/>
                    </a:solidFill>
                  </a:tcPr>
                </a:tc>
              </a:tr>
              <a:tr h="385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1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A3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FC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FCA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1" name="Google Shape;501;p60"/>
          <p:cNvGraphicFramePr/>
          <p:nvPr/>
        </p:nvGraphicFramePr>
        <p:xfrm>
          <a:off x="1991544" y="2636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{6459D033-AA8D-4290-9ED4-D976B6A1E751}</a:tableStyleId>
              </a:tblPr>
              <a:tblGrid>
                <a:gridCol w="683200"/>
                <a:gridCol w="526325"/>
                <a:gridCol w="465600"/>
                <a:gridCol w="280025"/>
                <a:gridCol w="374500"/>
                <a:gridCol w="425100"/>
                <a:gridCol w="458850"/>
                <a:gridCol w="458850"/>
              </a:tblGrid>
              <a:tr h="514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1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Reglas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58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1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C1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FC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FCA9"/>
                    </a:solidFill>
                  </a:tcPr>
                </a:tc>
              </a:tr>
              <a:tr h="342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1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C2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FC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FCA9"/>
                    </a:solidFill>
                  </a:tcPr>
                </a:tc>
              </a:tr>
              <a:tr h="40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1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C3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FC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FCA9"/>
                    </a:solidFill>
                  </a:tcPr>
                </a:tc>
              </a:tr>
              <a:tr h="332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1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A1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FC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FCA9"/>
                    </a:solidFill>
                  </a:tcPr>
                </a:tc>
              </a:tr>
              <a:tr h="374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1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A2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FC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FCA9"/>
                    </a:solidFill>
                  </a:tcPr>
                </a:tc>
              </a:tr>
              <a:tr h="331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1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A3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.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FCA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FCA9"/>
                    </a:solidFill>
                  </a:tcPr>
                </a:tc>
              </a:tr>
            </a:tbl>
          </a:graphicData>
        </a:graphic>
      </p:graphicFrame>
      <p:sp>
        <p:nvSpPr>
          <p:cNvPr id="502" name="Google Shape;502;p60"/>
          <p:cNvSpPr txBox="1"/>
          <p:nvPr/>
        </p:nvSpPr>
        <p:spPr>
          <a:xfrm>
            <a:off x="2999657" y="5661248"/>
            <a:ext cx="14010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rgbClr val="313543"/>
                </a:solidFill>
                <a:latin typeface="Calibri"/>
                <a:ea typeface="Calibri"/>
                <a:cs typeface="Calibri"/>
                <a:sym typeface="Calibri"/>
              </a:rPr>
              <a:t>Redundante </a:t>
            </a:r>
            <a:endParaRPr b="1" i="0" sz="1800" u="none" cap="none" strike="noStrike">
              <a:solidFill>
                <a:srgbClr val="3135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60"/>
          <p:cNvSpPr txBox="1"/>
          <p:nvPr/>
        </p:nvSpPr>
        <p:spPr>
          <a:xfrm>
            <a:off x="7536160" y="5733256"/>
            <a:ext cx="16035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rgbClr val="313543"/>
                </a:solidFill>
                <a:latin typeface="Calibri"/>
                <a:ea typeface="Calibri"/>
                <a:cs typeface="Calibri"/>
                <a:sym typeface="Calibri"/>
              </a:rPr>
              <a:t>Contradictoria </a:t>
            </a:r>
            <a:endParaRPr b="1" i="0" sz="1800" u="none" cap="none" strike="noStrike">
              <a:solidFill>
                <a:srgbClr val="3135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60"/>
          <p:cNvSpPr txBox="1"/>
          <p:nvPr/>
        </p:nvSpPr>
        <p:spPr>
          <a:xfrm>
            <a:off x="1266092" y="352135"/>
            <a:ext cx="1032401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Tablas de Decisión</a:t>
            </a:r>
            <a:br>
              <a:rPr b="0" i="0" lang="es-ES" sz="4000" u="none" cap="none" strike="noStrike">
                <a:solidFill>
                  <a:srgbClr val="9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4000" u="none" cap="none" strike="noStrike">
              <a:solidFill>
                <a:srgbClr val="9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1"/>
          <p:cNvSpPr txBox="1"/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900000"/>
              </a:buClr>
              <a:buSzPts val="4000"/>
              <a:buFont typeface="Calibri"/>
              <a:buNone/>
            </a:pPr>
            <a:r>
              <a:rPr lang="es-ES" sz="4800">
                <a:solidFill>
                  <a:srgbClr val="3F3F3F"/>
                </a:solidFill>
              </a:rPr>
              <a:t>Tablas de Decisión </a:t>
            </a:r>
            <a:br>
              <a:rPr b="0" i="0" lang="es-ES" sz="4000" u="none" cap="none" strike="noStrike">
                <a:solidFill>
                  <a:srgbClr val="9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4000" u="none" cap="none" strike="noStrike">
              <a:solidFill>
                <a:srgbClr val="9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61"/>
          <p:cNvSpPr txBox="1"/>
          <p:nvPr>
            <p:ph idx="4294967295" type="body"/>
          </p:nvPr>
        </p:nvSpPr>
        <p:spPr>
          <a:xfrm>
            <a:off x="1097280" y="1844675"/>
            <a:ext cx="9937750" cy="2178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7175" lvl="1" marL="260604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rPr lang="es-ES" sz="2800"/>
              <a:t>Reducción de Complejidad (Redundancia)</a:t>
            </a:r>
            <a:endParaRPr/>
          </a:p>
          <a:p>
            <a:pPr indent="-257175" lvl="1" marL="260604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t/>
            </a:r>
            <a:endParaRPr sz="2000"/>
          </a:p>
          <a:p>
            <a:pPr indent="-411480" lvl="2" marL="411480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rPr lang="es-ES" sz="2400"/>
              <a:t>Combine las reglas en donde sea evidente que una alternativa no representa una diferencia en el resultado. </a:t>
            </a:r>
            <a:endParaRPr/>
          </a:p>
          <a:p>
            <a:pPr indent="-411480" lvl="2" marL="411480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rPr lang="es-ES" sz="2400"/>
              <a:t>El guión [—] significa que la condición 2 puede ser S o N, y que aún así se realizará la acción.</a:t>
            </a:r>
            <a:endParaRPr/>
          </a:p>
          <a:p>
            <a:pPr indent="-257175" lvl="1" marL="260604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t/>
            </a:r>
            <a:endParaRPr sz="2000"/>
          </a:p>
          <a:p>
            <a:pPr indent="-257175" lvl="1" marL="260604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t/>
            </a:r>
            <a:endParaRPr sz="2000"/>
          </a:p>
        </p:txBody>
      </p:sp>
      <p:graphicFrame>
        <p:nvGraphicFramePr>
          <p:cNvPr id="511" name="Google Shape;511;p61"/>
          <p:cNvGraphicFramePr/>
          <p:nvPr/>
        </p:nvGraphicFramePr>
        <p:xfrm>
          <a:off x="3071665" y="42930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{6459D033-AA8D-4290-9ED4-D976B6A1E751}</a:tableStyleId>
              </a:tblPr>
              <a:tblGrid>
                <a:gridCol w="1566850"/>
                <a:gridCol w="576275"/>
                <a:gridCol w="431800"/>
              </a:tblGrid>
              <a:tr h="25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b="0" i="0" lang="es-ES" sz="2000" u="none" cap="none" strike="noStrik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Condición 1: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b="0" i="0" lang="es-ES" sz="2000" u="none" cap="none" strike="noStrik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b="0" i="0" lang="es-ES" sz="2000" u="none" cap="none" strike="noStrik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b="0" i="0" lang="es-ES" sz="2000" u="none" cap="none" strike="noStrik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Condición 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b="0" i="0" lang="es-ES" sz="2000" u="none" cap="none" strike="noStrik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b="0" i="0" lang="es-ES" sz="2000" u="none" cap="none" strike="noStrik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b="0" i="0" lang="es-ES" sz="2000" u="none" cap="none" strike="noStrik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Acción 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b="0" i="0" lang="es-ES" sz="2000" u="none" cap="none" strike="noStrik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b="0" i="0" lang="es-ES" sz="2000" u="none" cap="none" strike="noStrike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12" name="Google Shape;512;p61"/>
          <p:cNvGraphicFramePr/>
          <p:nvPr/>
        </p:nvGraphicFramePr>
        <p:xfrm>
          <a:off x="6096000" y="42930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{6459D033-AA8D-4290-9ED4-D976B6A1E751}</a:tableStyleId>
              </a:tblPr>
              <a:tblGrid>
                <a:gridCol w="2053050"/>
                <a:gridCol w="682475"/>
              </a:tblGrid>
              <a:tr h="33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b="0" i="0" lang="es-ES" sz="20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Condición 1: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b="0" i="0" lang="es-ES" sz="20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b="0" i="0" lang="es-ES" sz="20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Condición 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b="0" i="0" lang="es-ES" sz="20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_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b="0" i="0" lang="es-ES" sz="20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Acción 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700"/>
                        <a:buFont typeface="Noto Sans Symbols"/>
                        <a:buNone/>
                      </a:pPr>
                      <a:r>
                        <a:rPr b="0" i="0" lang="es-ES" sz="20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3" name="Google Shape;513;p61"/>
          <p:cNvSpPr txBox="1"/>
          <p:nvPr>
            <p:ph idx="11" type="ftr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 2023</a:t>
            </a:r>
            <a:endParaRPr/>
          </a:p>
        </p:txBody>
      </p:sp>
      <p:sp>
        <p:nvSpPr>
          <p:cNvPr id="514" name="Google Shape;514;p61"/>
          <p:cNvSpPr txBox="1"/>
          <p:nvPr>
            <p:ph idx="12" type="sldNum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2"/>
          <p:cNvSpPr txBox="1"/>
          <p:nvPr>
            <p:ph type="title"/>
          </p:nvPr>
        </p:nvSpPr>
        <p:spPr>
          <a:xfrm>
            <a:off x="623395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900000"/>
              </a:buClr>
              <a:buSzPts val="4000"/>
              <a:buFont typeface="Calibri"/>
              <a:buNone/>
            </a:pPr>
            <a:r>
              <a:rPr lang="es-ES" sz="4800">
                <a:solidFill>
                  <a:srgbClr val="3F3F3F"/>
                </a:solidFill>
              </a:rPr>
              <a:t>Tablas de Decisión </a:t>
            </a:r>
            <a:br>
              <a:rPr b="0" i="0" lang="es-ES" sz="4000" u="none" cap="none" strike="noStrike">
                <a:solidFill>
                  <a:srgbClr val="9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4000" u="none" cap="none" strike="noStrike">
              <a:solidFill>
                <a:srgbClr val="9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62"/>
          <p:cNvSpPr txBox="1"/>
          <p:nvPr>
            <p:ph idx="12" type="sldNum"/>
          </p:nvPr>
        </p:nvSpPr>
        <p:spPr>
          <a:xfrm>
            <a:off x="9249399" y="2852616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</a:pPr>
            <a:fld id="{00000000-1234-1234-1234-123412341234}" type="slidenum">
              <a:rPr lang="es-ES">
                <a:solidFill>
                  <a:srgbClr val="C00000"/>
                </a:solidFill>
              </a:rPr>
              <a:t>‹#›</a:t>
            </a:fld>
            <a:endParaRPr>
              <a:solidFill>
                <a:srgbClr val="C00000"/>
              </a:solidFill>
            </a:endParaRPr>
          </a:p>
        </p:txBody>
      </p:sp>
      <p:sp>
        <p:nvSpPr>
          <p:cNvPr id="521" name="Google Shape;521;p62"/>
          <p:cNvSpPr txBox="1"/>
          <p:nvPr>
            <p:ph idx="1" type="body"/>
          </p:nvPr>
        </p:nvSpPr>
        <p:spPr>
          <a:xfrm>
            <a:off x="919299" y="1826303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7175" lvl="1" marL="260604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rPr lang="es-ES" sz="2800"/>
              <a:t>Reducción de Complejidad (Redundancia)</a:t>
            </a:r>
            <a:endParaRPr sz="2800"/>
          </a:p>
          <a:p>
            <a:pPr indent="-411480" lvl="2" marL="411480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rPr lang="es-ES" sz="2400"/>
              <a:t>Álgebra de Boole </a:t>
            </a:r>
            <a:endParaRPr sz="2400"/>
          </a:p>
          <a:p>
            <a:pPr indent="-411480" lvl="2" marL="411480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522" name="Google Shape;522;p62"/>
          <p:cNvSpPr txBox="1"/>
          <p:nvPr>
            <p:ph idx="11" type="ftr"/>
          </p:nvPr>
        </p:nvSpPr>
        <p:spPr>
          <a:xfrm>
            <a:off x="168982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>
                <a:solidFill>
                  <a:srgbClr val="BFBFBF"/>
                </a:solidFill>
              </a:rPr>
              <a:t>Ingeniería de Software I  2023</a:t>
            </a:r>
            <a:endParaRPr>
              <a:solidFill>
                <a:srgbClr val="BFBFBF"/>
              </a:solidFill>
            </a:endParaRPr>
          </a:p>
        </p:txBody>
      </p:sp>
      <p:graphicFrame>
        <p:nvGraphicFramePr>
          <p:cNvPr id="523" name="Google Shape;523;p62"/>
          <p:cNvGraphicFramePr/>
          <p:nvPr/>
        </p:nvGraphicFramePr>
        <p:xfrm>
          <a:off x="2639541" y="32129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{6459D033-AA8D-4290-9ED4-D976B6A1E751}</a:tableStyleId>
              </a:tblPr>
              <a:tblGrid>
                <a:gridCol w="3240075"/>
                <a:gridCol w="360375"/>
                <a:gridCol w="358775"/>
                <a:gridCol w="361950"/>
                <a:gridCol w="358775"/>
              </a:tblGrid>
              <a:tr h="358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1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Reglas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293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1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Es cliente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1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Hay stock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1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Imprime mensaje de aviso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1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Se remite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1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No se remite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24" name="Google Shape;524;p62"/>
          <p:cNvGraphicFramePr/>
          <p:nvPr/>
        </p:nvGraphicFramePr>
        <p:xfrm>
          <a:off x="8040216" y="32129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{6459D033-AA8D-4290-9ED4-D976B6A1E751}</a:tableStyleId>
              </a:tblPr>
              <a:tblGrid>
                <a:gridCol w="446075"/>
                <a:gridCol w="417525"/>
                <a:gridCol w="431800"/>
              </a:tblGrid>
              <a:tr h="287350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1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Reglas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293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_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4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313543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0" i="0" lang="es-ES" sz="1800" u="none" cap="none" strike="noStrike">
                          <a:solidFill>
                            <a:srgbClr val="313543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X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3"/>
          <p:cNvSpPr txBox="1"/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libri"/>
              <a:buNone/>
            </a:pPr>
            <a:r>
              <a:rPr lang="es-ES"/>
              <a:t>Tablas de Decisión </a:t>
            </a:r>
            <a:br>
              <a:rPr lang="es-ES" sz="4000"/>
            </a:br>
            <a:endParaRPr sz="4000"/>
          </a:p>
        </p:txBody>
      </p:sp>
      <p:sp>
        <p:nvSpPr>
          <p:cNvPr id="530" name="Google Shape;530;p63"/>
          <p:cNvSpPr txBox="1"/>
          <p:nvPr>
            <p:ph idx="11" type="ftr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 2023</a:t>
            </a:r>
            <a:endParaRPr/>
          </a:p>
        </p:txBody>
      </p:sp>
      <p:sp>
        <p:nvSpPr>
          <p:cNvPr id="531" name="Google Shape;531;p63"/>
          <p:cNvSpPr txBox="1"/>
          <p:nvPr>
            <p:ph idx="12" type="sldNum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532" name="Google Shape;532;p63"/>
          <p:cNvSpPr/>
          <p:nvPr/>
        </p:nvSpPr>
        <p:spPr>
          <a:xfrm>
            <a:off x="1036320" y="1766420"/>
            <a:ext cx="10668000" cy="769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7429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b="0" i="0" lang="es-ES" sz="2800" u="none" cap="none" strike="noStrike">
                <a:solidFill>
                  <a:srgbClr val="313543"/>
                </a:solidFill>
                <a:latin typeface="Calibri"/>
                <a:ea typeface="Calibri"/>
                <a:cs typeface="Calibri"/>
                <a:sym typeface="Calibri"/>
              </a:rPr>
              <a:t>Identificar las condiciones y las acciones.</a:t>
            </a:r>
            <a:endParaRPr b="0" i="0" sz="2800" u="none" cap="none" strike="noStrike">
              <a:solidFill>
                <a:srgbClr val="3135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63"/>
          <p:cNvSpPr/>
          <p:nvPr/>
        </p:nvSpPr>
        <p:spPr>
          <a:xfrm>
            <a:off x="1437051" y="2627651"/>
            <a:ext cx="8261131" cy="1754326"/>
          </a:xfrm>
          <a:prstGeom prst="rect">
            <a:avLst/>
          </a:prstGeom>
          <a:solidFill>
            <a:srgbClr val="B9CDC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quiere determinar el incremento en el salario de los empleados de acuerdo con estos criterios: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el empleado es altamente productivo tendrá un plus de productividad.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el empleado es encargado de su grupo tendrá un plus de encargado.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el empleado ha cometido una infracción grave durante ese mes le será eliminado cualquier plus que pudiera tener y se le descontará un 10% de su salario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34" name="Google Shape;534;p63"/>
          <p:cNvGraphicFramePr/>
          <p:nvPr/>
        </p:nvGraphicFramePr>
        <p:xfrm>
          <a:off x="1471840" y="48481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{6459D033-AA8D-4290-9ED4-D976B6A1E751}</a:tableStyleId>
              </a:tblPr>
              <a:tblGrid>
                <a:gridCol w="4231025"/>
              </a:tblGrid>
              <a:tr h="293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1" i="0" lang="es-ES" sz="1800" u="none" cap="none" strike="noStrike">
                          <a:solidFill>
                            <a:srgbClr val="3135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Empleado altamente productivo</a:t>
                      </a:r>
                      <a:endParaRPr b="1" i="0" sz="1800" u="none" cap="none" strike="noStrike">
                        <a:solidFill>
                          <a:srgbClr val="3135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1" lang="es-ES" sz="1800" u="none" cap="none" strike="noStrike"/>
                        <a:t>Empleado encargado de su grupo </a:t>
                      </a:r>
                      <a:endParaRPr b="1" i="0" sz="1800" u="none" cap="none" strike="noStrike">
                        <a:solidFill>
                          <a:srgbClr val="3135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1" lang="es-ES" sz="1800" u="none" cap="none" strike="noStrike"/>
                        <a:t>empleado ha cometido una infracción grave </a:t>
                      </a:r>
                      <a:endParaRPr b="1" i="0" sz="1800" u="none" cap="none" strike="noStrike">
                        <a:solidFill>
                          <a:srgbClr val="3135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35" name="Google Shape;535;p63"/>
          <p:cNvSpPr txBox="1"/>
          <p:nvPr/>
        </p:nvSpPr>
        <p:spPr>
          <a:xfrm>
            <a:off x="1572297" y="4326057"/>
            <a:ext cx="17405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313543"/>
                </a:solidFill>
                <a:latin typeface="Calibri"/>
                <a:ea typeface="Calibri"/>
                <a:cs typeface="Calibri"/>
                <a:sym typeface="Calibri"/>
              </a:rPr>
              <a:t>Condiciones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63"/>
          <p:cNvSpPr txBox="1"/>
          <p:nvPr/>
        </p:nvSpPr>
        <p:spPr>
          <a:xfrm>
            <a:off x="6513394" y="4392547"/>
            <a:ext cx="24075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313543"/>
                </a:solidFill>
                <a:latin typeface="Calibri"/>
                <a:ea typeface="Calibri"/>
                <a:cs typeface="Calibri"/>
                <a:sym typeface="Calibri"/>
              </a:rPr>
              <a:t>Acciones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37" name="Google Shape;537;p63"/>
          <p:cNvGraphicFramePr/>
          <p:nvPr/>
        </p:nvGraphicFramePr>
        <p:xfrm>
          <a:off x="6489137" y="49019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{6459D033-AA8D-4290-9ED4-D976B6A1E751}</a:tableStyleId>
              </a:tblPr>
              <a:tblGrid>
                <a:gridCol w="3065700"/>
              </a:tblGrid>
              <a:tr h="33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1" i="0" lang="es-ES" sz="1800" u="none" cap="none" strike="noStrike">
                          <a:solidFill>
                            <a:srgbClr val="3135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Plus de productividad</a:t>
                      </a:r>
                      <a:endParaRPr b="1" i="0" sz="1800" u="none" cap="none" strike="noStrike">
                        <a:solidFill>
                          <a:srgbClr val="3135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1" lang="es-ES" sz="1800" u="none" cap="none" strike="noStrike"/>
                        <a:t>Plus de encargado</a:t>
                      </a:r>
                      <a:endParaRPr b="1" i="0" sz="1800" u="none" cap="none" strike="noStrike">
                        <a:solidFill>
                          <a:srgbClr val="3135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1" lang="es-ES" sz="1800" u="none" cap="none" strike="noStrike"/>
                        <a:t>Elimina cualquier plus</a:t>
                      </a:r>
                      <a:endParaRPr b="1" i="0" sz="1800" u="none" cap="none" strike="noStrike">
                        <a:solidFill>
                          <a:srgbClr val="3135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b="1" i="0" lang="es-ES" sz="1800" u="none" cap="none" strike="noStrike">
                          <a:solidFill>
                            <a:srgbClr val="31354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Descuento 10%</a:t>
                      </a:r>
                      <a:endParaRPr b="1" i="0" sz="1800" u="none" cap="none" strike="noStrike">
                        <a:solidFill>
                          <a:srgbClr val="3135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4"/>
          <p:cNvSpPr txBox="1"/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libri"/>
              <a:buNone/>
            </a:pPr>
            <a:r>
              <a:rPr lang="es-ES" sz="4000"/>
              <a:t>Técnicas de Especificación de Requerimientos Dinámicas- </a:t>
            </a:r>
            <a:r>
              <a:rPr b="1" lang="es-ES" sz="3600"/>
              <a:t>Tablas de Decisión </a:t>
            </a:r>
            <a:br>
              <a:rPr lang="es-ES" sz="4000"/>
            </a:br>
            <a:endParaRPr sz="4000"/>
          </a:p>
        </p:txBody>
      </p:sp>
      <p:sp>
        <p:nvSpPr>
          <p:cNvPr id="543" name="Google Shape;543;p64"/>
          <p:cNvSpPr txBox="1"/>
          <p:nvPr>
            <p:ph idx="11" type="ftr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 2023</a:t>
            </a:r>
            <a:endParaRPr/>
          </a:p>
        </p:txBody>
      </p:sp>
      <p:sp>
        <p:nvSpPr>
          <p:cNvPr id="544" name="Google Shape;544;p64"/>
          <p:cNvSpPr txBox="1"/>
          <p:nvPr>
            <p:ph idx="12" type="sldNum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545" name="Google Shape;545;p64"/>
          <p:cNvSpPr/>
          <p:nvPr/>
        </p:nvSpPr>
        <p:spPr>
          <a:xfrm>
            <a:off x="1243544" y="1892240"/>
            <a:ext cx="10668000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2. Completar la tabla </a:t>
            </a:r>
            <a:endParaRPr b="0" i="0" sz="32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46" name="Google Shape;546;p64"/>
          <p:cNvGraphicFramePr/>
          <p:nvPr/>
        </p:nvGraphicFramePr>
        <p:xfrm>
          <a:off x="1830875" y="17090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{05A88D68-C9E8-4940-B8B3-17C4BE8AD613}</a:tableStyleId>
              </a:tblPr>
              <a:tblGrid>
                <a:gridCol w="4092575"/>
                <a:gridCol w="523875"/>
                <a:gridCol w="533400"/>
                <a:gridCol w="552450"/>
                <a:gridCol w="476250"/>
                <a:gridCol w="504825"/>
                <a:gridCol w="485775"/>
                <a:gridCol w="476250"/>
                <a:gridCol w="482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s-ES" sz="1800" u="none" cap="none" strike="noStrike"/>
                        <a:t>Condiciones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 grid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s-ES" sz="1800" u="none" cap="none" strike="noStrike"/>
                        <a:t>Reglas </a:t>
                      </a:r>
                      <a:endParaRPr b="1" sz="1350" u="none" cap="none" strike="noStrike"/>
                    </a:p>
                  </a:txBody>
                  <a:tcPr marT="45725" marB="45725" marR="91450" marL="91450"/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60"/>
                        <a:buFont typeface="Noto Sans Symbols"/>
                        <a:buNone/>
                      </a:pPr>
                      <a:r>
                        <a:rPr lang="es-ES" sz="1600" u="none" cap="none" strike="noStrike"/>
                        <a:t>Empleado altamente productivo</a:t>
                      </a:r>
                      <a:endParaRPr b="1" i="0" sz="1600" u="none" cap="none" strike="noStrike">
                        <a:solidFill>
                          <a:srgbClr val="3135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V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V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V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V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F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F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F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F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60"/>
                        <a:buFont typeface="Noto Sans Symbols"/>
                        <a:buNone/>
                      </a:pPr>
                      <a:r>
                        <a:rPr lang="es-ES" sz="1600" u="none" cap="none" strike="noStrike"/>
                        <a:t>Empleado encargado de su grupo </a:t>
                      </a:r>
                      <a:endParaRPr b="1" i="0" sz="1600" u="none" cap="none" strike="noStrike">
                        <a:solidFill>
                          <a:srgbClr val="3135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V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V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F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F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V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V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F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F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60"/>
                        <a:buFont typeface="Noto Sans Symbols"/>
                        <a:buNone/>
                      </a:pPr>
                      <a:r>
                        <a:rPr lang="es-ES" sz="1600" u="none" cap="none" strike="noStrike"/>
                        <a:t>empleado ha cometido una infracción grave </a:t>
                      </a:r>
                      <a:endParaRPr b="1" i="0" sz="1600" u="none" cap="none" strike="noStrike">
                        <a:solidFill>
                          <a:srgbClr val="3135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V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F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V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F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V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F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V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F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s-ES" sz="1800" u="none" cap="none" strike="noStrike"/>
                        <a:t>Acciones </a:t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u="none" cap="none" strike="noStrike"/>
                        <a:t>Plus de productividad</a:t>
                      </a:r>
                      <a:endParaRPr b="1" i="0" sz="1800" u="none" cap="none" strike="noStrike">
                        <a:solidFill>
                          <a:srgbClr val="3135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X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X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X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X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u="none" cap="none" strike="noStrike"/>
                        <a:t>Plus de encargado</a:t>
                      </a:r>
                      <a:endParaRPr b="1" i="0" sz="1800" u="none" cap="none" strike="noStrike">
                        <a:solidFill>
                          <a:srgbClr val="3135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X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X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X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X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u="none" cap="none" strike="noStrike"/>
                        <a:t>Elimina cualquier plus</a:t>
                      </a:r>
                      <a:endParaRPr b="1" i="0" sz="1800" u="none" cap="none" strike="noStrike">
                        <a:solidFill>
                          <a:srgbClr val="3135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X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X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X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X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530"/>
                        <a:buFont typeface="Noto Sans Symbols"/>
                        <a:buNone/>
                      </a:pPr>
                      <a:r>
                        <a:rPr lang="es-ES" sz="1800" u="none" cap="none" strike="noStrike"/>
                        <a:t>Descuento 10%</a:t>
                      </a:r>
                      <a:endParaRPr b="1" i="0" sz="1800" u="none" cap="none" strike="noStrike">
                        <a:solidFill>
                          <a:srgbClr val="31354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X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X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X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X</a:t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47" name="Google Shape;547;p64"/>
          <p:cNvGraphicFramePr/>
          <p:nvPr/>
        </p:nvGraphicFramePr>
        <p:xfrm>
          <a:off x="1710582" y="59393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{05A88D68-C9E8-4940-B8B3-17C4BE8AD613}</a:tableStyleId>
              </a:tblPr>
              <a:tblGrid>
                <a:gridCol w="4118725"/>
                <a:gridCol w="514350"/>
                <a:gridCol w="514350"/>
                <a:gridCol w="552450"/>
                <a:gridCol w="533400"/>
                <a:gridCol w="495300"/>
                <a:gridCol w="438150"/>
                <a:gridCol w="495300"/>
                <a:gridCol w="4857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-ES" sz="1800" u="none" cap="none" strike="noStrike"/>
                        <a:t>No se incrementa el salario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s-ES" sz="1350" u="none" cap="none" strike="noStrike"/>
                        <a:t>X</a:t>
                      </a:r>
                      <a:endParaRPr sz="1350" u="none" cap="none" strike="noStrike"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48" name="Google Shape;548;p64"/>
          <p:cNvSpPr/>
          <p:nvPr/>
        </p:nvSpPr>
        <p:spPr>
          <a:xfrm>
            <a:off x="3650444" y="-137535"/>
            <a:ext cx="8261100" cy="1754400"/>
          </a:xfrm>
          <a:prstGeom prst="rect">
            <a:avLst/>
          </a:prstGeom>
          <a:solidFill>
            <a:srgbClr val="B9CDC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quiere determinar el incremento en el salario de los empleados de acuerdo con estos criterios: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el empleado es altamente productivo tendrá un plus de productividad.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el empleado es encargado de su grupo tendrá un plus de encargado.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el empleado ha cometido una infracción grave durante ese mes le será eliminado cualquier plus que pudiera tener y se le descontará un 10% de su salario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64"/>
          <p:cNvSpPr/>
          <p:nvPr/>
        </p:nvSpPr>
        <p:spPr>
          <a:xfrm>
            <a:off x="9958875" y="2555072"/>
            <a:ext cx="324000" cy="978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948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65"/>
          <p:cNvSpPr txBox="1"/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r>
              <a:rPr lang="es-ES"/>
              <a:t>Ejercicio – Tablas de Decisión </a:t>
            </a:r>
            <a:endParaRPr/>
          </a:p>
        </p:txBody>
      </p:sp>
      <p:sp>
        <p:nvSpPr>
          <p:cNvPr id="555" name="Google Shape;555;p65"/>
          <p:cNvSpPr txBox="1"/>
          <p:nvPr>
            <p:ph idx="12" type="sldNum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556" name="Google Shape;556;p65"/>
          <p:cNvSpPr txBox="1"/>
          <p:nvPr/>
        </p:nvSpPr>
        <p:spPr>
          <a:xfrm>
            <a:off x="1153958" y="1748690"/>
            <a:ext cx="10648835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aerolínea tiene proyectada la siguiente promoción:</a:t>
            </a:r>
            <a:b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a)Las personas que viajen a Europa o América y son pasajeros frecuentes, acceden a un descuento de un 17% en el valor de su pasaje.</a:t>
            </a:r>
            <a:b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b)Además, los que van a Europa sean o no frecuentes  reciben un descuento adicional.</a:t>
            </a:r>
            <a:b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c)Los pasajeros que pagaron en efectivo y son de tipo frecuente, tienen derecho a la compra de un pasaje al mismo destino por un 50% de su valor.</a:t>
            </a:r>
            <a:b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d)Los pasajeros que pagaron en efectivo, y no son del tipo frecuente, se les concede una cantidad de kilómetros gratuitos en su siguiente viaje.</a:t>
            </a:r>
            <a:b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e)Los que son o no son frecuentes y viajan a Europa, tienen derecho a una noche gratuita en un hotel de la ciudad destino, y tienen el mismo derecho los que van países de América y son frecuentes.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65"/>
          <p:cNvSpPr txBox="1"/>
          <p:nvPr>
            <p:ph idx="11" type="ftr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 2023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6"/>
          <p:cNvSpPr txBox="1"/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s-ES"/>
              <a:t>Recordar </a:t>
            </a:r>
            <a:endParaRPr/>
          </a:p>
        </p:txBody>
      </p:sp>
      <p:sp>
        <p:nvSpPr>
          <p:cNvPr id="563" name="Google Shape;563;p66"/>
          <p:cNvSpPr txBox="1"/>
          <p:nvPr>
            <p:ph idx="11" type="ftr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 2023</a:t>
            </a:r>
            <a:endParaRPr/>
          </a:p>
        </p:txBody>
      </p:sp>
      <p:sp>
        <p:nvSpPr>
          <p:cNvPr id="564" name="Google Shape;564;p66"/>
          <p:cNvSpPr txBox="1"/>
          <p:nvPr>
            <p:ph idx="12" type="sldNum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565" name="Google Shape;565;p66"/>
          <p:cNvSpPr txBox="1"/>
          <p:nvPr/>
        </p:nvSpPr>
        <p:spPr>
          <a:xfrm>
            <a:off x="1228305" y="2246359"/>
            <a:ext cx="10152457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construir tablas de decisión, el analista necesita determinar el tamaño máximo de la tabla; eliminar cualquier situación imposible, inconsistencia o redundancia, y simplificar la tabla lo más que pueda.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esencial que verifique la integridad y precisión de sus tablas de decisión. Pueden ocurrir cuatro problemas principales al desarrollar tablas de decisión: que estén incompletas, que existan situaciones imposibles, contradicciones y redundancia.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7"/>
          <p:cNvSpPr txBox="1"/>
          <p:nvPr>
            <p:ph type="title"/>
          </p:nvPr>
        </p:nvSpPr>
        <p:spPr>
          <a:xfrm>
            <a:off x="1097280" y="758952"/>
            <a:ext cx="100584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Calibri"/>
              <a:buNone/>
            </a:pPr>
            <a:r>
              <a:rPr lang="es-ES"/>
              <a:t>Técnicas de Especificación de Requerimientos</a:t>
            </a:r>
            <a:endParaRPr/>
          </a:p>
        </p:txBody>
      </p:sp>
      <p:sp>
        <p:nvSpPr>
          <p:cNvPr id="571" name="Google Shape;571;p67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ES" sz="4000"/>
              <a:t>Análisis Estructurado </a:t>
            </a:r>
            <a:endParaRPr/>
          </a:p>
        </p:txBody>
      </p:sp>
      <p:sp>
        <p:nvSpPr>
          <p:cNvPr id="572" name="Google Shape;572;p67"/>
          <p:cNvSpPr txBox="1"/>
          <p:nvPr>
            <p:ph idx="11" type="ftr"/>
          </p:nvPr>
        </p:nvSpPr>
        <p:spPr>
          <a:xfrm>
            <a:off x="3686185" y="6459787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 2023</a:t>
            </a:r>
            <a:endParaRPr/>
          </a:p>
        </p:txBody>
      </p:sp>
      <p:sp>
        <p:nvSpPr>
          <p:cNvPr id="573" name="Google Shape;573;p67"/>
          <p:cNvSpPr txBox="1"/>
          <p:nvPr>
            <p:ph idx="12" type="sldNum"/>
          </p:nvPr>
        </p:nvSpPr>
        <p:spPr>
          <a:xfrm>
            <a:off x="9900459" y="6459787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relacionada" id="578" name="Google Shape;578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40936" y="3901114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68"/>
          <p:cNvSpPr txBox="1"/>
          <p:nvPr>
            <p:ph type="title"/>
          </p:nvPr>
        </p:nvSpPr>
        <p:spPr>
          <a:xfrm>
            <a:off x="623394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Análisis estructurado</a:t>
            </a:r>
            <a:endParaRPr/>
          </a:p>
        </p:txBody>
      </p:sp>
      <p:sp>
        <p:nvSpPr>
          <p:cNvPr id="580" name="Google Shape;580;p68"/>
          <p:cNvSpPr txBox="1"/>
          <p:nvPr>
            <p:ph idx="12" type="sldNum"/>
          </p:nvPr>
        </p:nvSpPr>
        <p:spPr>
          <a:xfrm>
            <a:off x="9249399" y="2852614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581" name="Google Shape;581;p68"/>
          <p:cNvSpPr txBox="1"/>
          <p:nvPr>
            <p:ph idx="1" type="body"/>
          </p:nvPr>
        </p:nvSpPr>
        <p:spPr>
          <a:xfrm>
            <a:off x="5951986" y="6509538"/>
            <a:ext cx="21624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68580" lvl="0" marL="6858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s-ES"/>
              <a:t>Pressman 4ta edición Cap. 12</a:t>
            </a:r>
            <a:endParaRPr/>
          </a:p>
        </p:txBody>
      </p:sp>
      <p:sp>
        <p:nvSpPr>
          <p:cNvPr id="582" name="Google Shape;582;p68"/>
          <p:cNvSpPr txBox="1"/>
          <p:nvPr>
            <p:ph idx="2" type="body"/>
          </p:nvPr>
        </p:nvSpPr>
        <p:spPr>
          <a:xfrm>
            <a:off x="919411" y="2126154"/>
            <a:ext cx="8511192" cy="4110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Char char="❑"/>
            </a:pPr>
            <a:r>
              <a:rPr lang="es-ES" sz="3200"/>
              <a:t>Para entender los requerimientos, se debe poder reconocer además como se mueven los datos, los procesos o transformaciones que sufren dichos datos y sus resultados. </a:t>
            </a:r>
            <a:endParaRPr/>
          </a:p>
          <a:p>
            <a:pPr indent="-457200" lvl="0" marL="457200" rtl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Char char="❑"/>
            </a:pPr>
            <a:r>
              <a:rPr lang="es-ES" sz="3200"/>
              <a:t>La elicitación proporciona una descripción verbal del sistema, una descripción visual puede consolidar la información.</a:t>
            </a:r>
            <a:endParaRPr/>
          </a:p>
          <a:p>
            <a:pPr indent="0" lvl="0" marL="0" rtl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3200"/>
          </a:p>
        </p:txBody>
      </p:sp>
      <p:sp>
        <p:nvSpPr>
          <p:cNvPr id="583" name="Google Shape;583;p68"/>
          <p:cNvSpPr txBox="1"/>
          <p:nvPr>
            <p:ph idx="11" type="ftr"/>
          </p:nvPr>
        </p:nvSpPr>
        <p:spPr>
          <a:xfrm>
            <a:off x="168981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 2023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69"/>
          <p:cNvSpPr txBox="1"/>
          <p:nvPr>
            <p:ph type="title"/>
          </p:nvPr>
        </p:nvSpPr>
        <p:spPr>
          <a:xfrm>
            <a:off x="709650" y="289046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br>
              <a:rPr lang="es-ES" sz="4400"/>
            </a:br>
            <a:r>
              <a:rPr lang="es-ES" sz="4400"/>
              <a:t>Análisis Estructurado</a:t>
            </a:r>
            <a:endParaRPr sz="4400"/>
          </a:p>
        </p:txBody>
      </p:sp>
      <p:sp>
        <p:nvSpPr>
          <p:cNvPr id="589" name="Google Shape;589;p69"/>
          <p:cNvSpPr txBox="1"/>
          <p:nvPr>
            <p:ph idx="12" type="sldNum"/>
          </p:nvPr>
        </p:nvSpPr>
        <p:spPr>
          <a:xfrm>
            <a:off x="9249399" y="2852614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590" name="Google Shape;590;p69"/>
          <p:cNvSpPr txBox="1"/>
          <p:nvPr>
            <p:ph idx="1" type="body"/>
          </p:nvPr>
        </p:nvSpPr>
        <p:spPr>
          <a:xfrm>
            <a:off x="5951986" y="6509538"/>
            <a:ext cx="21624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</a:pPr>
            <a:r>
              <a:t/>
            </a:r>
            <a:endParaRPr/>
          </a:p>
        </p:txBody>
      </p:sp>
      <p:sp>
        <p:nvSpPr>
          <p:cNvPr id="591" name="Google Shape;591;p69"/>
          <p:cNvSpPr txBox="1"/>
          <p:nvPr>
            <p:ph idx="11" type="ftr"/>
          </p:nvPr>
        </p:nvSpPr>
        <p:spPr>
          <a:xfrm>
            <a:off x="168981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 2023</a:t>
            </a:r>
            <a:endParaRPr/>
          </a:p>
        </p:txBody>
      </p:sp>
      <p:sp>
        <p:nvSpPr>
          <p:cNvPr id="592" name="Google Shape;592;p69"/>
          <p:cNvSpPr/>
          <p:nvPr/>
        </p:nvSpPr>
        <p:spPr>
          <a:xfrm>
            <a:off x="665327" y="2213240"/>
            <a:ext cx="10675963" cy="3955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❑"/>
            </a:pPr>
            <a:r>
              <a:rPr b="0" i="0" lang="es-ES" sz="32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La técnica de análisis estructurado permite lograr una representación gráfica que permite lograr una comprensión mas profunda del sistema a construir y comunicar a los usuarios lo  comprendido.</a:t>
            </a:r>
            <a:endParaRPr/>
          </a:p>
          <a:p>
            <a:pPr indent="-457200" lvl="0" marL="457200" marR="0" rtl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❑"/>
            </a:pPr>
            <a:r>
              <a:rPr b="0" i="0" lang="es-ES" sz="32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La notación no especifica aspectos físicos de implementación.</a:t>
            </a:r>
            <a:endParaRPr/>
          </a:p>
          <a:p>
            <a:pPr indent="-457200" lvl="0" marL="457200" marR="0" rtl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❑"/>
            </a:pPr>
            <a:r>
              <a:rPr b="0" i="0" lang="es-ES" sz="32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Hace énfasis en el procesamiento o la transformación de datos conforme estos pasan por distintos procesos.</a:t>
            </a:r>
            <a:endParaRPr/>
          </a:p>
          <a:p>
            <a:pPr indent="-279400" lvl="0" marL="457200" marR="0" rtl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None/>
            </a:pPr>
            <a:r>
              <a:t/>
            </a:r>
            <a:endParaRPr b="0" i="0" sz="30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70"/>
          <p:cNvSpPr txBox="1"/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s-ES" sz="4400"/>
              <a:t>Análisis estructurado – Modelado funcional y flujo de la información</a:t>
            </a:r>
            <a:endParaRPr sz="4400"/>
          </a:p>
        </p:txBody>
      </p:sp>
      <p:sp>
        <p:nvSpPr>
          <p:cNvPr id="602" name="Google Shape;602;p70"/>
          <p:cNvSpPr txBox="1"/>
          <p:nvPr>
            <p:ph idx="11" type="ftr"/>
          </p:nvPr>
        </p:nvSpPr>
        <p:spPr>
          <a:xfrm rot="-5400000">
            <a:off x="10510428" y="3987800"/>
            <a:ext cx="2367281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 2023</a:t>
            </a:r>
            <a:endParaRPr/>
          </a:p>
        </p:txBody>
      </p:sp>
      <p:sp>
        <p:nvSpPr>
          <p:cNvPr id="603" name="Google Shape;603;p70"/>
          <p:cNvSpPr txBox="1"/>
          <p:nvPr>
            <p:ph idx="12" type="sldNum"/>
          </p:nvPr>
        </p:nvSpPr>
        <p:spPr>
          <a:xfrm>
            <a:off x="11375717" y="5648960"/>
            <a:ext cx="731520" cy="396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604" name="Google Shape;604;p70"/>
          <p:cNvSpPr txBox="1"/>
          <p:nvPr>
            <p:ph idx="1" type="body"/>
          </p:nvPr>
        </p:nvSpPr>
        <p:spPr>
          <a:xfrm>
            <a:off x="965109" y="1737405"/>
            <a:ext cx="10389828" cy="46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7175" lvl="1" marL="260604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400"/>
              <a:buChar char=" "/>
            </a:pPr>
            <a:r>
              <a:rPr b="1" lang="es-ES" sz="2800">
                <a:solidFill>
                  <a:schemeClr val="dk1"/>
                </a:solidFill>
              </a:rPr>
              <a:t>Diagrama de Flujo de Datos (DFD)</a:t>
            </a:r>
            <a:endParaRPr sz="2000"/>
          </a:p>
          <a:p>
            <a:pPr indent="-457200" lvl="2" marL="457200" rtl="0" algn="just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❑"/>
            </a:pPr>
            <a:r>
              <a:rPr lang="es-ES" sz="2800">
                <a:solidFill>
                  <a:schemeClr val="dk1"/>
                </a:solidFill>
              </a:rPr>
              <a:t>Es una herramienta que permite visualizar un sistema como una red de procesos funcionales, conectados entre sí por “conductos” y almacenamientos de datos.</a:t>
            </a:r>
            <a:endParaRPr sz="1600"/>
          </a:p>
          <a:p>
            <a:pPr indent="-457200" lvl="2" marL="457200" rtl="0" algn="just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❑"/>
            </a:pPr>
            <a:r>
              <a:rPr i="0" lang="es-ES" sz="2800">
                <a:solidFill>
                  <a:schemeClr val="dk1"/>
                </a:solidFill>
              </a:rPr>
              <a:t>Representa la transformación de entradas a salidas y es también llamado diagrama de burbujas.</a:t>
            </a:r>
            <a:endParaRPr/>
          </a:p>
          <a:p>
            <a:pPr indent="-457200" lvl="2" marL="457200" rtl="0" algn="just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❑"/>
            </a:pPr>
            <a:r>
              <a:rPr i="0" lang="es-ES" sz="2800">
                <a:solidFill>
                  <a:schemeClr val="dk1"/>
                </a:solidFill>
              </a:rPr>
              <a:t>Es una herramienta comúnmente utilizada por sistemas operacionales en los cuales </a:t>
            </a:r>
            <a:r>
              <a:rPr lang="es-ES" sz="2800">
                <a:solidFill>
                  <a:schemeClr val="dk1"/>
                </a:solidFill>
              </a:rPr>
              <a:t>las funciones del sistema son de gran importancia y son más complejas que los datos que éste maneja.</a:t>
            </a:r>
            <a:endParaRPr i="0" sz="2800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71"/>
          <p:cNvSpPr txBox="1"/>
          <p:nvPr>
            <p:ph type="title"/>
          </p:nvPr>
        </p:nvSpPr>
        <p:spPr>
          <a:xfrm>
            <a:off x="623394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Análisis estructurado – Modelado Funcional y Flujo de la información</a:t>
            </a:r>
            <a:endParaRPr/>
          </a:p>
        </p:txBody>
      </p:sp>
      <p:sp>
        <p:nvSpPr>
          <p:cNvPr id="610" name="Google Shape;610;p71"/>
          <p:cNvSpPr txBox="1"/>
          <p:nvPr>
            <p:ph idx="1" type="body"/>
          </p:nvPr>
        </p:nvSpPr>
        <p:spPr>
          <a:xfrm>
            <a:off x="5951986" y="6509538"/>
            <a:ext cx="21624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68580" lvl="0" marL="6858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</a:pPr>
            <a:r>
              <a:t/>
            </a:r>
            <a:endParaRPr/>
          </a:p>
        </p:txBody>
      </p:sp>
      <p:sp>
        <p:nvSpPr>
          <p:cNvPr id="611" name="Google Shape;611;p71"/>
          <p:cNvSpPr txBox="1"/>
          <p:nvPr>
            <p:ph idx="2" type="body"/>
          </p:nvPr>
        </p:nvSpPr>
        <p:spPr>
          <a:xfrm>
            <a:off x="867684" y="1974582"/>
            <a:ext cx="6981953" cy="4240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ES" sz="2000"/>
              <a:t>Se utiliza un rectángulo para representar una </a:t>
            </a:r>
            <a:r>
              <a:rPr b="1" i="1" lang="es-ES" sz="2000"/>
              <a:t>entidad externa</a:t>
            </a:r>
            <a:r>
              <a:rPr i="1" lang="es-ES" sz="2000"/>
              <a:t>, </a:t>
            </a:r>
            <a:r>
              <a:rPr lang="es-ES" sz="2000"/>
              <a:t>esto es, un elemento del sistema (por ejemplo, un elemento hardware, una persona, otro programa) u otro sistema que produce información para ser transformada por el software, o recibe información producida por el software. </a:t>
            </a:r>
            <a:endParaRPr/>
          </a:p>
          <a:p>
            <a:pPr indent="0" lvl="0" marL="0" rtl="0" algn="just">
              <a:lnSpc>
                <a:spcPct val="85000"/>
              </a:lnSpc>
              <a:spcBef>
                <a:spcPts val="1575"/>
              </a:spcBef>
              <a:spcAft>
                <a:spcPts val="0"/>
              </a:spcAft>
              <a:buSzPts val="2000"/>
              <a:buNone/>
            </a:pPr>
            <a:r>
              <a:rPr lang="es-ES" sz="2000"/>
              <a:t>Un círculo (también llamado burbuja)  representa un</a:t>
            </a:r>
            <a:r>
              <a:rPr b="1" i="1" lang="es-ES" sz="2000"/>
              <a:t> proceso </a:t>
            </a:r>
            <a:r>
              <a:rPr lang="es-ES" sz="2000"/>
              <a:t>o </a:t>
            </a:r>
            <a:r>
              <a:rPr i="1" lang="es-ES" sz="2000"/>
              <a:t>transformación </a:t>
            </a:r>
            <a:r>
              <a:rPr lang="es-ES" sz="2000"/>
              <a:t>que es aplicado a los datos (o al control) y los modifica. </a:t>
            </a:r>
            <a:endParaRPr/>
          </a:p>
          <a:p>
            <a:pPr indent="0" lvl="0" marL="0" rtl="0" algn="just">
              <a:lnSpc>
                <a:spcPct val="85000"/>
              </a:lnSpc>
              <a:spcBef>
                <a:spcPts val="1575"/>
              </a:spcBef>
              <a:spcAft>
                <a:spcPts val="0"/>
              </a:spcAft>
              <a:buSzPts val="2000"/>
              <a:buNone/>
            </a:pPr>
            <a:r>
              <a:rPr lang="es-ES" sz="2000"/>
              <a:t>Una flecha representa uno o más </a:t>
            </a:r>
            <a:r>
              <a:rPr b="1" i="1" lang="es-ES" sz="2000"/>
              <a:t>elementos de datos </a:t>
            </a:r>
            <a:r>
              <a:rPr lang="es-ES" sz="2000"/>
              <a:t>(objetos de dato).</a:t>
            </a:r>
            <a:endParaRPr/>
          </a:p>
          <a:p>
            <a:pPr indent="0" lvl="0" marL="0" rtl="0" algn="just">
              <a:lnSpc>
                <a:spcPct val="85000"/>
              </a:lnSpc>
              <a:spcBef>
                <a:spcPts val="1575"/>
              </a:spcBef>
              <a:spcAft>
                <a:spcPts val="600"/>
              </a:spcAft>
              <a:buSzPts val="2000"/>
              <a:buNone/>
            </a:pPr>
            <a:r>
              <a:rPr lang="es-ES"/>
              <a:t>Un rectángulo abierto (lado izquierdo y derecho) que representa un </a:t>
            </a:r>
            <a:r>
              <a:rPr b="1" lang="es-ES"/>
              <a:t>almacén de datos</a:t>
            </a:r>
            <a:endParaRPr b="1"/>
          </a:p>
        </p:txBody>
      </p:sp>
      <p:sp>
        <p:nvSpPr>
          <p:cNvPr id="612" name="Google Shape;612;p71"/>
          <p:cNvSpPr txBox="1"/>
          <p:nvPr>
            <p:ph idx="11" type="ftr"/>
          </p:nvPr>
        </p:nvSpPr>
        <p:spPr>
          <a:xfrm>
            <a:off x="168981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 2023</a:t>
            </a:r>
            <a:endParaRPr/>
          </a:p>
        </p:txBody>
      </p:sp>
      <p:sp>
        <p:nvSpPr>
          <p:cNvPr id="613" name="Google Shape;613;p71"/>
          <p:cNvSpPr/>
          <p:nvPr/>
        </p:nvSpPr>
        <p:spPr>
          <a:xfrm>
            <a:off x="8232285" y="2030098"/>
            <a:ext cx="1555816" cy="571734"/>
          </a:xfrm>
          <a:prstGeom prst="rect">
            <a:avLst/>
          </a:prstGeom>
          <a:noFill/>
          <a:ln cap="flat" cmpd="sng" w="25400">
            <a:solidFill>
              <a:srgbClr val="5672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71"/>
          <p:cNvSpPr/>
          <p:nvPr/>
        </p:nvSpPr>
        <p:spPr>
          <a:xfrm>
            <a:off x="8232286" y="3154795"/>
            <a:ext cx="1555815" cy="788138"/>
          </a:xfrm>
          <a:prstGeom prst="ellipse">
            <a:avLst/>
          </a:prstGeom>
          <a:noFill/>
          <a:ln cap="flat" cmpd="sng" w="25400">
            <a:solidFill>
              <a:srgbClr val="3D54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Ingresar nuevo cliente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5" name="Google Shape;615;p71"/>
          <p:cNvCxnSpPr/>
          <p:nvPr/>
        </p:nvCxnSpPr>
        <p:spPr>
          <a:xfrm>
            <a:off x="8111374" y="4546813"/>
            <a:ext cx="2166424" cy="0"/>
          </a:xfrm>
          <a:prstGeom prst="straightConnector1">
            <a:avLst/>
          </a:prstGeom>
          <a:noFill/>
          <a:ln cap="flat" cmpd="sng" w="28575">
            <a:solidFill>
              <a:srgbClr val="51717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6" name="Google Shape;616;p71"/>
          <p:cNvCxnSpPr/>
          <p:nvPr/>
        </p:nvCxnSpPr>
        <p:spPr>
          <a:xfrm>
            <a:off x="8125234" y="5180077"/>
            <a:ext cx="2045513" cy="0"/>
          </a:xfrm>
          <a:prstGeom prst="straightConnector1">
            <a:avLst/>
          </a:prstGeom>
          <a:noFill/>
          <a:ln cap="flat" cmpd="sng" w="12700">
            <a:solidFill>
              <a:srgbClr val="51717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7" name="Google Shape;617;p71"/>
          <p:cNvCxnSpPr/>
          <p:nvPr/>
        </p:nvCxnSpPr>
        <p:spPr>
          <a:xfrm>
            <a:off x="8125234" y="5531769"/>
            <a:ext cx="2045513" cy="0"/>
          </a:xfrm>
          <a:prstGeom prst="straightConnector1">
            <a:avLst/>
          </a:prstGeom>
          <a:noFill/>
          <a:ln cap="flat" cmpd="sng" w="19050">
            <a:solidFill>
              <a:srgbClr val="51717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8" name="Google Shape;618;p71"/>
          <p:cNvSpPr txBox="1"/>
          <p:nvPr/>
        </p:nvSpPr>
        <p:spPr>
          <a:xfrm>
            <a:off x="8594053" y="5181312"/>
            <a:ext cx="83227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71"/>
          <p:cNvSpPr txBox="1"/>
          <p:nvPr/>
        </p:nvSpPr>
        <p:spPr>
          <a:xfrm>
            <a:off x="8232285" y="4294624"/>
            <a:ext cx="18277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Datos Nuevo Cliente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71"/>
          <p:cNvSpPr txBox="1"/>
          <p:nvPr>
            <p:ph idx="12" type="sldNum"/>
          </p:nvPr>
        </p:nvSpPr>
        <p:spPr>
          <a:xfrm>
            <a:off x="9249399" y="2852614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5600" y="2600908"/>
            <a:ext cx="69056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72"/>
          <p:cNvSpPr txBox="1"/>
          <p:nvPr>
            <p:ph type="title"/>
          </p:nvPr>
        </p:nvSpPr>
        <p:spPr>
          <a:xfrm>
            <a:off x="1097280" y="286605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Análisis estructurado – Modelado funcional y flujo de la información</a:t>
            </a:r>
            <a:endParaRPr sz="4400"/>
          </a:p>
        </p:txBody>
      </p:sp>
      <p:sp>
        <p:nvSpPr>
          <p:cNvPr id="627" name="Google Shape;627;p72"/>
          <p:cNvSpPr txBox="1"/>
          <p:nvPr>
            <p:ph idx="11" type="ftr"/>
          </p:nvPr>
        </p:nvSpPr>
        <p:spPr>
          <a:xfrm rot="-5400000">
            <a:off x="10510428" y="3987800"/>
            <a:ext cx="2367281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 2023</a:t>
            </a:r>
            <a:endParaRPr/>
          </a:p>
        </p:txBody>
      </p:sp>
      <p:sp>
        <p:nvSpPr>
          <p:cNvPr id="628" name="Google Shape;628;p72"/>
          <p:cNvSpPr txBox="1"/>
          <p:nvPr>
            <p:ph idx="12" type="sldNum"/>
          </p:nvPr>
        </p:nvSpPr>
        <p:spPr>
          <a:xfrm>
            <a:off x="11375717" y="5648960"/>
            <a:ext cx="731520" cy="396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629" name="Google Shape;629;p72"/>
          <p:cNvCxnSpPr/>
          <p:nvPr/>
        </p:nvCxnSpPr>
        <p:spPr>
          <a:xfrm flipH="1" rot="10800000">
            <a:off x="6096000" y="2348880"/>
            <a:ext cx="576064" cy="936104"/>
          </a:xfrm>
          <a:prstGeom prst="straightConnector1">
            <a:avLst/>
          </a:prstGeom>
          <a:noFill/>
          <a:ln cap="flat" cmpd="tri" w="22225">
            <a:solidFill>
              <a:srgbClr val="00B0F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30" name="Google Shape;630;p72"/>
          <p:cNvSpPr txBox="1"/>
          <p:nvPr/>
        </p:nvSpPr>
        <p:spPr>
          <a:xfrm>
            <a:off x="6672064" y="2028127"/>
            <a:ext cx="15747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Flujos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72"/>
          <p:cNvSpPr txBox="1"/>
          <p:nvPr/>
        </p:nvSpPr>
        <p:spPr>
          <a:xfrm>
            <a:off x="10082010" y="2020234"/>
            <a:ext cx="13682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72"/>
          <p:cNvSpPr txBox="1"/>
          <p:nvPr/>
        </p:nvSpPr>
        <p:spPr>
          <a:xfrm>
            <a:off x="830894" y="5949280"/>
            <a:ext cx="13195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Almacén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72"/>
          <p:cNvSpPr txBox="1"/>
          <p:nvPr/>
        </p:nvSpPr>
        <p:spPr>
          <a:xfrm>
            <a:off x="500738" y="4612486"/>
            <a:ext cx="19948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Entidad Externa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72"/>
          <p:cNvSpPr/>
          <p:nvPr/>
        </p:nvSpPr>
        <p:spPr>
          <a:xfrm>
            <a:off x="2150421" y="2276872"/>
            <a:ext cx="1569315" cy="1800200"/>
          </a:xfrm>
          <a:prstGeom prst="wedgeEllipseCallout">
            <a:avLst>
              <a:gd fmla="val -79100" name="adj1"/>
              <a:gd fmla="val 76946" name="adj2"/>
            </a:avLst>
          </a:prstGeom>
          <a:noFill/>
          <a:ln cap="flat" cmpd="tri" w="222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72"/>
          <p:cNvSpPr/>
          <p:nvPr/>
        </p:nvSpPr>
        <p:spPr>
          <a:xfrm>
            <a:off x="3087478" y="4271501"/>
            <a:ext cx="1569315" cy="1800200"/>
          </a:xfrm>
          <a:prstGeom prst="wedgeEllipseCallout">
            <a:avLst>
              <a:gd fmla="val -151801" name="adj1"/>
              <a:gd fmla="val 50384" name="adj2"/>
            </a:avLst>
          </a:prstGeom>
          <a:noFill/>
          <a:ln cap="flat" cmpd="tri" w="222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72"/>
          <p:cNvSpPr/>
          <p:nvPr/>
        </p:nvSpPr>
        <p:spPr>
          <a:xfrm>
            <a:off x="6960096" y="2492896"/>
            <a:ext cx="1857347" cy="1368152"/>
          </a:xfrm>
          <a:prstGeom prst="wedgeEllipseCallout">
            <a:avLst>
              <a:gd fmla="val 124669" name="adj1"/>
              <a:gd fmla="val -61139" name="adj2"/>
            </a:avLst>
          </a:prstGeom>
          <a:noFill/>
          <a:ln cap="flat" cmpd="tri" w="349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73"/>
          <p:cNvSpPr txBox="1"/>
          <p:nvPr>
            <p:ph type="title"/>
          </p:nvPr>
        </p:nvSpPr>
        <p:spPr>
          <a:xfrm>
            <a:off x="932883" y="598213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Desarrollo de DFDs</a:t>
            </a:r>
            <a:endParaRPr sz="4400"/>
          </a:p>
        </p:txBody>
      </p:sp>
      <p:sp>
        <p:nvSpPr>
          <p:cNvPr id="642" name="Google Shape;642;p73"/>
          <p:cNvSpPr txBox="1"/>
          <p:nvPr>
            <p:ph idx="12" type="sldNum"/>
          </p:nvPr>
        </p:nvSpPr>
        <p:spPr>
          <a:xfrm>
            <a:off x="9249399" y="2852614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643" name="Google Shape;643;p73"/>
          <p:cNvSpPr txBox="1"/>
          <p:nvPr>
            <p:ph idx="2" type="body"/>
          </p:nvPr>
        </p:nvSpPr>
        <p:spPr>
          <a:xfrm>
            <a:off x="1055385" y="1727713"/>
            <a:ext cx="10203731" cy="44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0" lvl="0" marL="101600" rtl="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000"/>
              <a:buNone/>
            </a:pPr>
            <a:r>
              <a:rPr lang="es-ES" sz="2400"/>
              <a:t>Se debe visualizar desde una perspectiva jerárquica de arriba hacia abajo.</a:t>
            </a:r>
            <a:endParaRPr/>
          </a:p>
          <a:p>
            <a:pPr indent="0" lvl="0" marL="101600" rtl="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000"/>
              <a:buNone/>
            </a:pPr>
            <a:r>
              <a:rPr lang="es-ES" sz="2400"/>
              <a:t>Pasos :</a:t>
            </a:r>
            <a:endParaRPr/>
          </a:p>
          <a:p>
            <a:pPr indent="-457200" lvl="0" marL="558800" rtl="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lang="es-ES" sz="2400"/>
              <a:t>Redactar la lista de actividades de la organización para determinar:</a:t>
            </a:r>
            <a:endParaRPr/>
          </a:p>
          <a:p>
            <a:pPr indent="-457200" lvl="1" marL="1016000" rtl="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</a:pPr>
            <a:r>
              <a:rPr lang="es-ES" sz="2000"/>
              <a:t>Entidades externas</a:t>
            </a:r>
            <a:endParaRPr/>
          </a:p>
          <a:p>
            <a:pPr indent="-457200" lvl="1" marL="1016000" rtl="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</a:pPr>
            <a:r>
              <a:rPr lang="es-ES" sz="2000"/>
              <a:t>Flujos de datos</a:t>
            </a:r>
            <a:endParaRPr/>
          </a:p>
          <a:p>
            <a:pPr indent="-457200" lvl="1" marL="1016000" rtl="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</a:pPr>
            <a:r>
              <a:rPr lang="es-ES" sz="2000"/>
              <a:t>Procesos</a:t>
            </a:r>
            <a:endParaRPr/>
          </a:p>
          <a:p>
            <a:pPr indent="-457200" lvl="1" marL="1016000" rtl="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</a:pPr>
            <a:r>
              <a:rPr lang="es-ES" sz="2000"/>
              <a:t>Almacenes de datos</a:t>
            </a:r>
            <a:endParaRPr/>
          </a:p>
          <a:p>
            <a:pPr indent="-457200" lvl="0" marL="558800" rtl="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lang="es-ES" sz="2400"/>
              <a:t>Crear un diagrama de contexto que muestre las entidades externas y los flujos de datos desde y hacia el sistema.</a:t>
            </a:r>
            <a:endParaRPr/>
          </a:p>
          <a:p>
            <a:pPr indent="-457200" lvl="0" marL="558800" rtl="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lang="es-ES" sz="2400"/>
              <a:t>Dibujar el Diagrama 0 (siguiente nivel), con procesos generales y los almacenes correspondientes</a:t>
            </a:r>
            <a:endParaRPr/>
          </a:p>
          <a:p>
            <a:pPr indent="-457200" lvl="0" marL="558800" rtl="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000"/>
              <a:buFont typeface="Arial"/>
              <a:buAutoNum type="arabicPeriod"/>
            </a:pPr>
            <a:r>
              <a:rPr lang="es-ES" sz="2400"/>
              <a:t>Dibujar un diagrama hijo por cada uno de los procesos del Diagrama 0</a:t>
            </a:r>
            <a:endParaRPr sz="2400"/>
          </a:p>
        </p:txBody>
      </p:sp>
      <p:sp>
        <p:nvSpPr>
          <p:cNvPr id="644" name="Google Shape;644;p73"/>
          <p:cNvSpPr txBox="1"/>
          <p:nvPr>
            <p:ph idx="11" type="ftr"/>
          </p:nvPr>
        </p:nvSpPr>
        <p:spPr>
          <a:xfrm>
            <a:off x="168981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 2023</a:t>
            </a:r>
            <a:endParaRPr/>
          </a:p>
        </p:txBody>
      </p:sp>
      <p:sp>
        <p:nvSpPr>
          <p:cNvPr id="645" name="Google Shape;645;p73"/>
          <p:cNvSpPr txBox="1"/>
          <p:nvPr>
            <p:ph idx="1" type="body"/>
          </p:nvPr>
        </p:nvSpPr>
        <p:spPr>
          <a:xfrm>
            <a:off x="5951986" y="6509538"/>
            <a:ext cx="21624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74"/>
          <p:cNvSpPr txBox="1"/>
          <p:nvPr>
            <p:ph type="title"/>
          </p:nvPr>
        </p:nvSpPr>
        <p:spPr>
          <a:xfrm>
            <a:off x="623394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Diagrama de contexto</a:t>
            </a:r>
            <a:endParaRPr sz="4400"/>
          </a:p>
        </p:txBody>
      </p:sp>
      <p:sp>
        <p:nvSpPr>
          <p:cNvPr id="651" name="Google Shape;651;p74"/>
          <p:cNvSpPr txBox="1"/>
          <p:nvPr>
            <p:ph idx="12" type="sldNum"/>
          </p:nvPr>
        </p:nvSpPr>
        <p:spPr>
          <a:xfrm>
            <a:off x="9249399" y="2852614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652" name="Google Shape;652;p74"/>
          <p:cNvSpPr txBox="1"/>
          <p:nvPr>
            <p:ph idx="1" type="body"/>
          </p:nvPr>
        </p:nvSpPr>
        <p:spPr>
          <a:xfrm>
            <a:off x="5951986" y="6509538"/>
            <a:ext cx="21624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</a:pPr>
            <a:r>
              <a:t/>
            </a:r>
            <a:endParaRPr/>
          </a:p>
        </p:txBody>
      </p:sp>
      <p:sp>
        <p:nvSpPr>
          <p:cNvPr id="653" name="Google Shape;653;p74"/>
          <p:cNvSpPr txBox="1"/>
          <p:nvPr>
            <p:ph idx="2" type="body"/>
          </p:nvPr>
        </p:nvSpPr>
        <p:spPr>
          <a:xfrm>
            <a:off x="7123882" y="2494582"/>
            <a:ext cx="4051497" cy="2260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101600" rtl="0" algn="just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000"/>
              <a:buNone/>
            </a:pPr>
            <a:r>
              <a:rPr lang="es-ES"/>
              <a:t>Se muestra un panorama global que muestre las entradas básicas y las salidas</a:t>
            </a:r>
            <a:endParaRPr/>
          </a:p>
          <a:p>
            <a:pPr indent="0" lvl="0" marL="101600" rtl="0" algn="just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000"/>
              <a:buNone/>
            </a:pPr>
            <a:r>
              <a:rPr lang="es-ES"/>
              <a:t>Es el nivel más alto en un DFD y contiene un solo proceso que representa a todo el sistema </a:t>
            </a:r>
            <a:endParaRPr/>
          </a:p>
        </p:txBody>
      </p:sp>
      <p:sp>
        <p:nvSpPr>
          <p:cNvPr id="654" name="Google Shape;654;p74"/>
          <p:cNvSpPr txBox="1"/>
          <p:nvPr>
            <p:ph idx="11" type="ftr"/>
          </p:nvPr>
        </p:nvSpPr>
        <p:spPr>
          <a:xfrm>
            <a:off x="168981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 2023</a:t>
            </a:r>
            <a:endParaRPr/>
          </a:p>
        </p:txBody>
      </p:sp>
      <p:sp>
        <p:nvSpPr>
          <p:cNvPr id="655" name="Google Shape;655;p74"/>
          <p:cNvSpPr txBox="1"/>
          <p:nvPr/>
        </p:nvSpPr>
        <p:spPr>
          <a:xfrm>
            <a:off x="6472876" y="2452250"/>
            <a:ext cx="157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Ambiente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6" name="Google Shape;656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6621" y="2091104"/>
            <a:ext cx="5495925" cy="3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75"/>
          <p:cNvSpPr txBox="1"/>
          <p:nvPr>
            <p:ph idx="12" type="sldNum"/>
          </p:nvPr>
        </p:nvSpPr>
        <p:spPr>
          <a:xfrm>
            <a:off x="9249399" y="2852614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662" name="Google Shape;662;p75"/>
          <p:cNvSpPr txBox="1"/>
          <p:nvPr>
            <p:ph idx="2" type="body"/>
          </p:nvPr>
        </p:nvSpPr>
        <p:spPr>
          <a:xfrm>
            <a:off x="6850966" y="1935373"/>
            <a:ext cx="4979963" cy="42792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101600" rtl="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000"/>
              <a:buNone/>
            </a:pPr>
            <a:r>
              <a:rPr lang="es-ES"/>
              <a:t>Es la ampliación del Diagrama de contexto.</a:t>
            </a:r>
            <a:endParaRPr/>
          </a:p>
          <a:p>
            <a:pPr indent="0" lvl="0" marL="101600" rtl="0" algn="just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000"/>
              <a:buNone/>
            </a:pPr>
            <a:r>
              <a:rPr lang="es-ES"/>
              <a:t>Las entradas y salidas del Diagrama de contexto permanecen, sin embargo, se amplía para incluir hasta 9 procesos (como máximo) y mostrar los almacenes de datos y nuevos flujos.</a:t>
            </a:r>
            <a:endParaRPr/>
          </a:p>
        </p:txBody>
      </p:sp>
      <p:sp>
        <p:nvSpPr>
          <p:cNvPr id="663" name="Google Shape;663;p75"/>
          <p:cNvSpPr txBox="1"/>
          <p:nvPr>
            <p:ph idx="11" type="ftr"/>
          </p:nvPr>
        </p:nvSpPr>
        <p:spPr>
          <a:xfrm>
            <a:off x="168981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 2023</a:t>
            </a:r>
            <a:endParaRPr/>
          </a:p>
        </p:txBody>
      </p:sp>
      <p:sp>
        <p:nvSpPr>
          <p:cNvPr id="664" name="Google Shape;664;p75"/>
          <p:cNvSpPr txBox="1"/>
          <p:nvPr>
            <p:ph type="title"/>
          </p:nvPr>
        </p:nvSpPr>
        <p:spPr>
          <a:xfrm>
            <a:off x="709650" y="257294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000"/>
              <a:buFont typeface="Calibri"/>
              <a:buNone/>
            </a:pPr>
            <a:r>
              <a:rPr lang="es-ES" sz="4400"/>
              <a:t>Nivel 0</a:t>
            </a:r>
            <a:endParaRPr sz="4000"/>
          </a:p>
        </p:txBody>
      </p:sp>
      <p:sp>
        <p:nvSpPr>
          <p:cNvPr id="665" name="Google Shape;665;p75"/>
          <p:cNvSpPr txBox="1"/>
          <p:nvPr>
            <p:ph idx="1" type="body"/>
          </p:nvPr>
        </p:nvSpPr>
        <p:spPr>
          <a:xfrm>
            <a:off x="5951986" y="6509538"/>
            <a:ext cx="21624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</a:pPr>
            <a:r>
              <a:t/>
            </a:r>
            <a:endParaRPr/>
          </a:p>
        </p:txBody>
      </p:sp>
      <p:pic>
        <p:nvPicPr>
          <p:cNvPr id="666" name="Google Shape;666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799" y="2360978"/>
            <a:ext cx="5481187" cy="3603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76"/>
          <p:cNvSpPr txBox="1"/>
          <p:nvPr>
            <p:ph type="title"/>
          </p:nvPr>
        </p:nvSpPr>
        <p:spPr>
          <a:xfrm>
            <a:off x="623394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000"/>
              <a:buFont typeface="Calibri"/>
              <a:buNone/>
            </a:pPr>
            <a:r>
              <a:rPr lang="es-ES" sz="4400"/>
              <a:t>Nivelación de un DFD</a:t>
            </a:r>
            <a:endParaRPr sz="4400"/>
          </a:p>
        </p:txBody>
      </p:sp>
      <p:sp>
        <p:nvSpPr>
          <p:cNvPr id="672" name="Google Shape;672;p76"/>
          <p:cNvSpPr txBox="1"/>
          <p:nvPr>
            <p:ph idx="12" type="sldNum"/>
          </p:nvPr>
        </p:nvSpPr>
        <p:spPr>
          <a:xfrm>
            <a:off x="9249399" y="2852614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673" name="Google Shape;673;p76"/>
          <p:cNvSpPr txBox="1"/>
          <p:nvPr>
            <p:ph idx="1" type="body"/>
          </p:nvPr>
        </p:nvSpPr>
        <p:spPr>
          <a:xfrm>
            <a:off x="5951986" y="6509538"/>
            <a:ext cx="21624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25"/>
              <a:buNone/>
            </a:pPr>
            <a:r>
              <a:t/>
            </a:r>
            <a:endParaRPr/>
          </a:p>
        </p:txBody>
      </p:sp>
      <p:sp>
        <p:nvSpPr>
          <p:cNvPr id="674" name="Google Shape;674;p76"/>
          <p:cNvSpPr txBox="1"/>
          <p:nvPr>
            <p:ph idx="2" type="body"/>
          </p:nvPr>
        </p:nvSpPr>
        <p:spPr>
          <a:xfrm>
            <a:off x="7724633" y="1902579"/>
            <a:ext cx="3671461" cy="4312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101600" rtl="0" algn="just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000"/>
              <a:buNone/>
            </a:pPr>
            <a:r>
              <a:rPr lang="es-ES" sz="2400"/>
              <a:t>Cada proceso se puede a su vez ampliar para crear un diagrama hijo más detallado.</a:t>
            </a:r>
            <a:endParaRPr/>
          </a:p>
          <a:p>
            <a:pPr indent="0" lvl="0" marL="101600" rtl="0" algn="just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000"/>
              <a:buNone/>
            </a:pPr>
            <a:r>
              <a:rPr lang="es-ES" sz="2400"/>
              <a:t>Las entradas y salidas del proceso padre permanecen, sin embargo, pueden aparecer nuevos almacenes de datos y nuevos flujos.</a:t>
            </a:r>
            <a:endParaRPr/>
          </a:p>
          <a:p>
            <a:pPr indent="0" lvl="0" marL="101600" rtl="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/>
          </a:p>
        </p:txBody>
      </p:sp>
      <p:sp>
        <p:nvSpPr>
          <p:cNvPr id="675" name="Google Shape;675;p76"/>
          <p:cNvSpPr txBox="1"/>
          <p:nvPr>
            <p:ph idx="11" type="ftr"/>
          </p:nvPr>
        </p:nvSpPr>
        <p:spPr>
          <a:xfrm>
            <a:off x="168981" y="6554697"/>
            <a:ext cx="2154900" cy="2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 2023</a:t>
            </a:r>
            <a:endParaRPr/>
          </a:p>
        </p:txBody>
      </p:sp>
      <p:pic>
        <p:nvPicPr>
          <p:cNvPr id="676" name="Google Shape;676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4660" y="2138288"/>
            <a:ext cx="5272715" cy="4076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77"/>
          <p:cNvSpPr txBox="1"/>
          <p:nvPr>
            <p:ph type="title"/>
          </p:nvPr>
        </p:nvSpPr>
        <p:spPr>
          <a:xfrm>
            <a:off x="623395" y="499537"/>
            <a:ext cx="10806607" cy="1273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s-ES">
                <a:solidFill>
                  <a:schemeClr val="dk1"/>
                </a:solidFill>
              </a:rPr>
              <a:t>Bibliografía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82" name="Google Shape;682;p77"/>
          <p:cNvSpPr txBox="1"/>
          <p:nvPr>
            <p:ph idx="2" type="body"/>
          </p:nvPr>
        </p:nvSpPr>
        <p:spPr>
          <a:xfrm>
            <a:off x="839416" y="2060848"/>
            <a:ext cx="9361040" cy="3096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8580" lvl="0" marL="6858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 sz="2400"/>
              <a:t>Libros consultados para Tablas de Decisión</a:t>
            </a:r>
            <a:endParaRPr sz="2400"/>
          </a:p>
          <a:p>
            <a:pPr indent="-68580" lvl="0" marL="68580" rtl="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257175" lvl="1" marL="260604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rPr lang="es-ES" sz="2400"/>
              <a:t>Kendall &amp; Kendall , Capítulo 9 , Análisis y Diseño de Sistemas, Pearson Prentice Hall 2011 . 8va edición</a:t>
            </a:r>
            <a:endParaRPr/>
          </a:p>
          <a:p>
            <a:pPr indent="-257175" lvl="1" marL="260604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t/>
            </a:r>
            <a:endParaRPr sz="2400"/>
          </a:p>
          <a:p>
            <a:pPr indent="-257175" lvl="1" marL="260604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t/>
            </a:r>
            <a:endParaRPr sz="2400"/>
          </a:p>
          <a:p>
            <a:pPr indent="-68580" lvl="0" marL="68580" rtl="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68580" lvl="0" marL="68580" rtl="0" algn="l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257175" lvl="1" marL="260604" rtl="0" algn="l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Retrospección">
  <a:themeElements>
    <a:clrScheme name="Personalizado 1">
      <a:dk1>
        <a:srgbClr val="0C0C0C"/>
      </a:dk1>
      <a:lt1>
        <a:srgbClr val="FFFFFF"/>
      </a:lt1>
      <a:dk2>
        <a:srgbClr val="3F3F3F"/>
      </a:dk2>
      <a:lt2>
        <a:srgbClr val="E4E9EF"/>
      </a:lt2>
      <a:accent1>
        <a:srgbClr val="54747B"/>
      </a:accent1>
      <a:accent2>
        <a:srgbClr val="8D1532"/>
      </a:accent2>
      <a:accent3>
        <a:srgbClr val="ADD6FF"/>
      </a:accent3>
      <a:accent4>
        <a:srgbClr val="846648"/>
      </a:accent4>
      <a:accent5>
        <a:srgbClr val="AAD957"/>
      </a:accent5>
      <a:accent6>
        <a:srgbClr val="758085"/>
      </a:accent6>
      <a:hlink>
        <a:srgbClr val="3399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Tema3">
  <a:themeElements>
    <a:clrScheme name="Personalizado 1">
      <a:dk1>
        <a:srgbClr val="000000"/>
      </a:dk1>
      <a:lt1>
        <a:srgbClr val="FFFFFF"/>
      </a:lt1>
      <a:dk2>
        <a:srgbClr val="646B86"/>
      </a:dk2>
      <a:lt2>
        <a:srgbClr val="C5D1D7"/>
      </a:lt2>
      <a:accent1>
        <a:srgbClr val="C00000"/>
      </a:accent1>
      <a:accent2>
        <a:srgbClr val="CCB400"/>
      </a:accent2>
      <a:accent3>
        <a:srgbClr val="8CADAE"/>
      </a:accent3>
      <a:accent4>
        <a:srgbClr val="7F7F7F"/>
      </a:accent4>
      <a:accent5>
        <a:srgbClr val="8FB08C"/>
      </a:accent5>
      <a:accent6>
        <a:srgbClr val="C00000"/>
      </a:accent6>
      <a:hlink>
        <a:srgbClr val="00A3D6"/>
      </a:hlink>
      <a:folHlink>
        <a:srgbClr val="694F0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